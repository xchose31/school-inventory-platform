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1" r:id="rId5"/>
    <p:sldId id="260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A786C4-6CF2-4CBC-B481-7BE19E6AEF07}" v="238" dt="2026-01-12T22:11:01.136"/>
    <p1510:client id="{2D279963-E036-ED31-C850-3825999B5793}" v="22" dt="2026-01-12T21:48:21.9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16" autoAdjust="0"/>
    <p:restoredTop sz="94660"/>
  </p:normalViewPr>
  <p:slideViewPr>
    <p:cSldViewPr snapToGrid="0">
      <p:cViewPr varScale="1">
        <p:scale>
          <a:sx n="94" d="100"/>
          <a:sy n="94" d="100"/>
        </p:scale>
        <p:origin x="90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Тимур Редько" userId="c90b11e08fdb781c" providerId="Windows Live" clId="Web-{2D279963-E036-ED31-C850-3825999B5793}"/>
    <pc:docChg chg="modSld">
      <pc:chgData name="Тимур Редько" userId="c90b11e08fdb781c" providerId="Windows Live" clId="Web-{2D279963-E036-ED31-C850-3825999B5793}" dt="2026-01-12T21:48:21.975" v="20"/>
      <pc:docMkLst>
        <pc:docMk/>
      </pc:docMkLst>
      <pc:sldChg chg="addSp delSp modSp">
        <pc:chgData name="Тимур Редько" userId="c90b11e08fdb781c" providerId="Windows Live" clId="Web-{2D279963-E036-ED31-C850-3825999B5793}" dt="2026-01-12T21:48:21.975" v="20"/>
        <pc:sldMkLst>
          <pc:docMk/>
          <pc:sldMk cId="3429224666" sldId="261"/>
        </pc:sldMkLst>
        <pc:spChg chg="add del mod">
          <ac:chgData name="Тимур Редько" userId="c90b11e08fdb781c" providerId="Windows Live" clId="Web-{2D279963-E036-ED31-C850-3825999B5793}" dt="2026-01-12T21:48:21.975" v="20"/>
          <ac:spMkLst>
            <pc:docMk/>
            <pc:sldMk cId="3429224666" sldId="261"/>
            <ac:spMk id="3" creationId="{0597E43A-D550-6F3B-39EB-FC3514CC5416}"/>
          </ac:spMkLst>
        </pc:spChg>
        <pc:picChg chg="add del mod ord">
          <ac:chgData name="Тимур Редько" userId="c90b11e08fdb781c" providerId="Windows Live" clId="Web-{2D279963-E036-ED31-C850-3825999B5793}" dt="2026-01-12T21:48:21.975" v="20"/>
          <ac:picMkLst>
            <pc:docMk/>
            <pc:sldMk cId="3429224666" sldId="261"/>
            <ac:picMk id="4" creationId="{B0E4E4F1-75DA-C9F0-E6CD-BF6D41EFE104}"/>
          </ac:picMkLst>
        </pc:picChg>
      </pc:sldChg>
    </pc:docChg>
  </pc:docChgLst>
  <pc:docChgLst>
    <pc:chgData name="Тимур Редько" userId="c90b11e08fdb781c" providerId="LiveId" clId="{63D36FAE-A379-471A-85ED-A67988915605}"/>
    <pc:docChg chg="undo custSel addSld delSld modSld">
      <pc:chgData name="Тимур Редько" userId="c90b11e08fdb781c" providerId="LiveId" clId="{63D36FAE-A379-471A-85ED-A67988915605}" dt="2026-01-12T22:24:47.719" v="239" actId="47"/>
      <pc:docMkLst>
        <pc:docMk/>
      </pc:docMkLst>
      <pc:sldChg chg="modSp mod">
        <pc:chgData name="Тимур Редько" userId="c90b11e08fdb781c" providerId="LiveId" clId="{63D36FAE-A379-471A-85ED-A67988915605}" dt="2026-01-12T22:07:22.960" v="214" actId="20577"/>
        <pc:sldMkLst>
          <pc:docMk/>
          <pc:sldMk cId="811441672" sldId="257"/>
        </pc:sldMkLst>
        <pc:spChg chg="mod">
          <ac:chgData name="Тимур Редько" userId="c90b11e08fdb781c" providerId="LiveId" clId="{63D36FAE-A379-471A-85ED-A67988915605}" dt="2026-01-12T22:07:22.960" v="214" actId="20577"/>
          <ac:spMkLst>
            <pc:docMk/>
            <pc:sldMk cId="811441672" sldId="257"/>
            <ac:spMk id="3" creationId="{39C72520-D54E-7A68-B817-58047C48DCF0}"/>
          </ac:spMkLst>
        </pc:spChg>
      </pc:sldChg>
      <pc:sldChg chg="addSp delSp modSp mod">
        <pc:chgData name="Тимур Редько" userId="c90b11e08fdb781c" providerId="LiveId" clId="{63D36FAE-A379-471A-85ED-A67988915605}" dt="2026-01-12T22:06:35.902" v="201" actId="1076"/>
        <pc:sldMkLst>
          <pc:docMk/>
          <pc:sldMk cId="3429224666" sldId="261"/>
        </pc:sldMkLst>
        <pc:spChg chg="mod">
          <ac:chgData name="Тимур Редько" userId="c90b11e08fdb781c" providerId="LiveId" clId="{63D36FAE-A379-471A-85ED-A67988915605}" dt="2026-01-12T22:02:43.966" v="179" actId="947"/>
          <ac:spMkLst>
            <pc:docMk/>
            <pc:sldMk cId="3429224666" sldId="261"/>
            <ac:spMk id="2" creationId="{11C1D988-7926-527D-F086-BA575B401AA9}"/>
          </ac:spMkLst>
        </pc:spChg>
        <pc:spChg chg="del">
          <ac:chgData name="Тимур Редько" userId="c90b11e08fdb781c" providerId="LiveId" clId="{63D36FAE-A379-471A-85ED-A67988915605}" dt="2026-01-12T21:48:26.151" v="0"/>
          <ac:spMkLst>
            <pc:docMk/>
            <pc:sldMk cId="3429224666" sldId="261"/>
            <ac:spMk id="3" creationId="{0597E43A-D550-6F3B-39EB-FC3514CC5416}"/>
          </ac:spMkLst>
        </pc:spChg>
        <pc:spChg chg="add mod">
          <ac:chgData name="Тимур Редько" userId="c90b11e08fdb781c" providerId="LiveId" clId="{63D36FAE-A379-471A-85ED-A67988915605}" dt="2026-01-12T22:04:41.721" v="200" actId="1076"/>
          <ac:spMkLst>
            <pc:docMk/>
            <pc:sldMk cId="3429224666" sldId="261"/>
            <ac:spMk id="5" creationId="{344812D8-DEE9-FB62-60F6-A01CEBAAB533}"/>
          </ac:spMkLst>
        </pc:spChg>
        <pc:spChg chg="add del mod">
          <ac:chgData name="Тимур Редько" userId="c90b11e08fdb781c" providerId="LiveId" clId="{63D36FAE-A379-471A-85ED-A67988915605}" dt="2026-01-12T21:54:34.131" v="22" actId="478"/>
          <ac:spMkLst>
            <pc:docMk/>
            <pc:sldMk cId="3429224666" sldId="261"/>
            <ac:spMk id="6" creationId="{F4AC3333-6BC1-07BD-0F4F-2724602CACEE}"/>
          </ac:spMkLst>
        </pc:spChg>
        <pc:spChg chg="add mod">
          <ac:chgData name="Тимур Редько" userId="c90b11e08fdb781c" providerId="LiveId" clId="{63D36FAE-A379-471A-85ED-A67988915605}" dt="2026-01-12T22:04:37.823" v="199" actId="1076"/>
          <ac:spMkLst>
            <pc:docMk/>
            <pc:sldMk cId="3429224666" sldId="261"/>
            <ac:spMk id="8" creationId="{54B33063-DD8F-1DED-0D3A-7186C76AF4F4}"/>
          </ac:spMkLst>
        </pc:spChg>
        <pc:spChg chg="add mod">
          <ac:chgData name="Тимур Редько" userId="c90b11e08fdb781c" providerId="LiveId" clId="{63D36FAE-A379-471A-85ED-A67988915605}" dt="2026-01-12T22:06:35.902" v="201" actId="1076"/>
          <ac:spMkLst>
            <pc:docMk/>
            <pc:sldMk cId="3429224666" sldId="261"/>
            <ac:spMk id="10" creationId="{4F36633D-257E-015E-97C7-54B87CA850DB}"/>
          </ac:spMkLst>
        </pc:spChg>
        <pc:spChg chg="add mod">
          <ac:chgData name="Тимур Редько" userId="c90b11e08fdb781c" providerId="LiveId" clId="{63D36FAE-A379-471A-85ED-A67988915605}" dt="2026-01-12T22:04:13.196" v="194" actId="1076"/>
          <ac:spMkLst>
            <pc:docMk/>
            <pc:sldMk cId="3429224666" sldId="261"/>
            <ac:spMk id="12" creationId="{00AA162D-78BD-91D9-C513-176A3E444DC2}"/>
          </ac:spMkLst>
        </pc:spChg>
        <pc:spChg chg="add mod">
          <ac:chgData name="Тимур Редько" userId="c90b11e08fdb781c" providerId="LiveId" clId="{63D36FAE-A379-471A-85ED-A67988915605}" dt="2026-01-12T22:04:19.547" v="195" actId="1076"/>
          <ac:spMkLst>
            <pc:docMk/>
            <pc:sldMk cId="3429224666" sldId="261"/>
            <ac:spMk id="14" creationId="{6150D98C-B193-4185-B8F0-234053F7B941}"/>
          </ac:spMkLst>
        </pc:spChg>
        <pc:picChg chg="add mod">
          <ac:chgData name="Тимур Редько" userId="c90b11e08fdb781c" providerId="LiveId" clId="{63D36FAE-A379-471A-85ED-A67988915605}" dt="2026-01-12T21:55:20.105" v="43" actId="14100"/>
          <ac:picMkLst>
            <pc:docMk/>
            <pc:sldMk cId="3429224666" sldId="261"/>
            <ac:picMk id="7" creationId="{8A8EF910-D72D-1C7C-0991-89FFFA2747C2}"/>
          </ac:picMkLst>
        </pc:picChg>
        <pc:picChg chg="add mod">
          <ac:chgData name="Тимур Редько" userId="c90b11e08fdb781c" providerId="LiveId" clId="{63D36FAE-A379-471A-85ED-A67988915605}" dt="2026-01-12T22:04:29.399" v="197" actId="1076"/>
          <ac:picMkLst>
            <pc:docMk/>
            <pc:sldMk cId="3429224666" sldId="261"/>
            <ac:picMk id="9" creationId="{AF936DC0-31B9-7A30-D0C1-1C67ABA2BB15}"/>
          </ac:picMkLst>
        </pc:picChg>
        <pc:picChg chg="add mod modCrop">
          <ac:chgData name="Тимур Редько" userId="c90b11e08fdb781c" providerId="LiveId" clId="{63D36FAE-A379-471A-85ED-A67988915605}" dt="2026-01-12T22:04:07.920" v="193" actId="1076"/>
          <ac:picMkLst>
            <pc:docMk/>
            <pc:sldMk cId="3429224666" sldId="261"/>
            <ac:picMk id="11" creationId="{FBE4FAB7-0440-7A75-F072-4666289D6BFB}"/>
          </ac:picMkLst>
        </pc:picChg>
        <pc:picChg chg="add mod modCrop">
          <ac:chgData name="Тимур Редько" userId="c90b11e08fdb781c" providerId="LiveId" clId="{63D36FAE-A379-471A-85ED-A67988915605}" dt="2026-01-12T22:02:06.579" v="164" actId="14100"/>
          <ac:picMkLst>
            <pc:docMk/>
            <pc:sldMk cId="3429224666" sldId="261"/>
            <ac:picMk id="13" creationId="{6FD1A199-91C6-EF2A-E75A-87FA28D3504C}"/>
          </ac:picMkLst>
        </pc:picChg>
        <pc:picChg chg="add mod">
          <ac:chgData name="Тимур Редько" userId="c90b11e08fdb781c" providerId="LiveId" clId="{63D36FAE-A379-471A-85ED-A67988915605}" dt="2026-01-12T21:48:36.356" v="5" actId="1076"/>
          <ac:picMkLst>
            <pc:docMk/>
            <pc:sldMk cId="3429224666" sldId="261"/>
            <ac:picMk id="1026" creationId="{96EFE1CB-00AD-19F1-A5CC-768270116A0A}"/>
          </ac:picMkLst>
        </pc:picChg>
        <pc:picChg chg="add del mod">
          <ac:chgData name="Тимур Редько" userId="c90b11e08fdb781c" providerId="LiveId" clId="{63D36FAE-A379-471A-85ED-A67988915605}" dt="2026-01-12T21:54:40.647" v="27" actId="478"/>
          <ac:picMkLst>
            <pc:docMk/>
            <pc:sldMk cId="3429224666" sldId="261"/>
            <ac:picMk id="1028" creationId="{4E7C17A3-F3BB-33B6-05EE-E5A3BB7DE81A}"/>
          </ac:picMkLst>
        </pc:picChg>
      </pc:sldChg>
      <pc:sldChg chg="addSp delSp modSp new del mod setBg">
        <pc:chgData name="Тимур Редько" userId="c90b11e08fdb781c" providerId="LiveId" clId="{63D36FAE-A379-471A-85ED-A67988915605}" dt="2026-01-12T22:24:47.719" v="239" actId="47"/>
        <pc:sldMkLst>
          <pc:docMk/>
          <pc:sldMk cId="1765880745" sldId="262"/>
        </pc:sldMkLst>
        <pc:spChg chg="mod">
          <ac:chgData name="Тимур Редько" userId="c90b11e08fdb781c" providerId="LiveId" clId="{63D36FAE-A379-471A-85ED-A67988915605}" dt="2026-01-12T22:08:11.950" v="234" actId="20577"/>
          <ac:spMkLst>
            <pc:docMk/>
            <pc:sldMk cId="1765880745" sldId="262"/>
            <ac:spMk id="2" creationId="{ACDC32A7-E8F6-D5CF-2129-CC772BB22478}"/>
          </ac:spMkLst>
        </pc:spChg>
        <pc:spChg chg="add del">
          <ac:chgData name="Тимур Редько" userId="c90b11e08fdb781c" providerId="LiveId" clId="{63D36FAE-A379-471A-85ED-A67988915605}" dt="2026-01-12T22:11:01.136" v="238" actId="478"/>
          <ac:spMkLst>
            <pc:docMk/>
            <pc:sldMk cId="1765880745" sldId="262"/>
            <ac:spMk id="3" creationId="{5C943020-1B5C-AE14-DD1E-62278DB2CB33}"/>
          </ac:spMkLst>
        </pc:spChg>
        <pc:spChg chg="add mod">
          <ac:chgData name="Тимур Редько" userId="c90b11e08fdb781c" providerId="LiveId" clId="{63D36FAE-A379-471A-85ED-A67988915605}" dt="2026-01-12T22:10:51.769" v="236"/>
          <ac:spMkLst>
            <pc:docMk/>
            <pc:sldMk cId="1765880745" sldId="262"/>
            <ac:spMk id="4" creationId="{1CFFD515-E1F3-8238-A530-9902C831E385}"/>
          </ac:spMkLst>
        </pc:spChg>
        <pc:graphicFrameChg chg="add mod">
          <ac:chgData name="Тимур Редько" userId="c90b11e08fdb781c" providerId="LiveId" clId="{63D36FAE-A379-471A-85ED-A67988915605}" dt="2026-01-12T22:10:58.266" v="237"/>
          <ac:graphicFrameMkLst>
            <pc:docMk/>
            <pc:sldMk cId="1765880745" sldId="262"/>
            <ac:graphicFrameMk id="5" creationId="{3CE68D7A-F508-7DF5-BEEC-66413E673081}"/>
          </ac:graphicFrameMkLst>
        </pc:graphicFrame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10" Type="http://schemas.openxmlformats.org/officeDocument/2006/relationships/image" Target="../media/image25.svg"/><Relationship Id="rId4" Type="http://schemas.openxmlformats.org/officeDocument/2006/relationships/image" Target="../media/image19.svg"/><Relationship Id="rId9" Type="http://schemas.openxmlformats.org/officeDocument/2006/relationships/image" Target="../media/image24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10" Type="http://schemas.openxmlformats.org/officeDocument/2006/relationships/image" Target="../media/image25.svg"/><Relationship Id="rId4" Type="http://schemas.openxmlformats.org/officeDocument/2006/relationships/image" Target="../media/image19.svg"/><Relationship Id="rId9" Type="http://schemas.openxmlformats.org/officeDocument/2006/relationships/image" Target="../media/image24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1C5CC89-0CB4-4573-8CB4-678C6A8F1188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568F7F53-242A-4866-86F3-D361E30805E7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ru-RU" sz="2000" b="1" dirty="0"/>
            <a:t>Устаревшие системы учета</a:t>
          </a:r>
        </a:p>
        <a:p>
          <a:pPr>
            <a:lnSpc>
              <a:spcPct val="100000"/>
            </a:lnSpc>
          </a:pPr>
          <a:r>
            <a:rPr lang="ru-RU" sz="2000" dirty="0"/>
            <a:t>Бумажные отчеты, </a:t>
          </a:r>
          <a:r>
            <a:rPr lang="en-US" sz="2000" dirty="0" err="1"/>
            <a:t>exel</a:t>
          </a:r>
          <a:r>
            <a:rPr lang="en-US" sz="2000" dirty="0"/>
            <a:t> </a:t>
          </a:r>
          <a:r>
            <a:rPr lang="ru-RU" sz="2000" dirty="0"/>
            <a:t>таблицы – неактуальные способы инвентаризации.</a:t>
          </a:r>
          <a:endParaRPr lang="en-US" sz="2000" dirty="0"/>
        </a:p>
      </dgm:t>
    </dgm:pt>
    <dgm:pt modelId="{F0A94645-E034-4079-BAF6-D05329C49EBC}" type="parTrans" cxnId="{8557FDE3-8A19-4E9F-BE49-BDBD4B57327E}">
      <dgm:prSet/>
      <dgm:spPr/>
      <dgm:t>
        <a:bodyPr/>
        <a:lstStyle/>
        <a:p>
          <a:endParaRPr lang="en-US"/>
        </a:p>
      </dgm:t>
    </dgm:pt>
    <dgm:pt modelId="{1667A730-A7A8-4072-93D0-8BA347FC189D}" type="sibTrans" cxnId="{8557FDE3-8A19-4E9F-BE49-BDBD4B57327E}">
      <dgm:prSet/>
      <dgm:spPr/>
      <dgm:t>
        <a:bodyPr/>
        <a:lstStyle/>
        <a:p>
          <a:endParaRPr lang="en-US"/>
        </a:p>
      </dgm:t>
    </dgm:pt>
    <dgm:pt modelId="{23125FA8-B574-44C6-9B5C-1CFA8EC26DE5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ru-RU" sz="2000" b="1" dirty="0"/>
            <a:t>Отсутствие специализированных решений</a:t>
          </a:r>
        </a:p>
        <a:p>
          <a:pPr>
            <a:lnSpc>
              <a:spcPct val="100000"/>
            </a:lnSpc>
          </a:pPr>
          <a:r>
            <a:rPr lang="ru-RU" sz="2000" dirty="0"/>
            <a:t>Нет инструментов, адаптированных под школьные нужды.</a:t>
          </a:r>
          <a:endParaRPr lang="en-US" sz="2000" dirty="0"/>
        </a:p>
      </dgm:t>
    </dgm:pt>
    <dgm:pt modelId="{360D7597-D0A7-49CC-AF6A-22FA83806515}" type="parTrans" cxnId="{56F7E7A4-97B3-48A6-8BD5-D5AA517673C1}">
      <dgm:prSet/>
      <dgm:spPr/>
      <dgm:t>
        <a:bodyPr/>
        <a:lstStyle/>
        <a:p>
          <a:endParaRPr lang="en-US"/>
        </a:p>
      </dgm:t>
    </dgm:pt>
    <dgm:pt modelId="{1DE4B213-12D4-4D14-95AE-B50151D9903C}" type="sibTrans" cxnId="{56F7E7A4-97B3-48A6-8BD5-D5AA517673C1}">
      <dgm:prSet/>
      <dgm:spPr/>
      <dgm:t>
        <a:bodyPr/>
        <a:lstStyle/>
        <a:p>
          <a:endParaRPr lang="en-US"/>
        </a:p>
      </dgm:t>
    </dgm:pt>
    <dgm:pt modelId="{5BD4CA2A-DD1A-4AB9-A503-0893FE4E05BB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ru-RU" sz="2000" b="1" dirty="0"/>
            <a:t>Нужда интеграции в образовательный процесс</a:t>
          </a:r>
        </a:p>
        <a:p>
          <a:pPr>
            <a:lnSpc>
              <a:spcPct val="100000"/>
            </a:lnSpc>
          </a:pPr>
          <a:r>
            <a:rPr lang="ru-RU" sz="2000" dirty="0"/>
            <a:t>Вовлечение обучающихся – одно из ключевых направлений работы.</a:t>
          </a:r>
          <a:endParaRPr lang="en-US" sz="2000" dirty="0"/>
        </a:p>
      </dgm:t>
    </dgm:pt>
    <dgm:pt modelId="{95F33AD2-22DA-4220-A754-A4201FA83EDB}" type="parTrans" cxnId="{EECB61B4-0249-4B8B-A8AD-2681D3CF4619}">
      <dgm:prSet/>
      <dgm:spPr/>
      <dgm:t>
        <a:bodyPr/>
        <a:lstStyle/>
        <a:p>
          <a:endParaRPr lang="en-US"/>
        </a:p>
      </dgm:t>
    </dgm:pt>
    <dgm:pt modelId="{A5503142-74F0-42B5-870C-F40EE28628F8}" type="sibTrans" cxnId="{EECB61B4-0249-4B8B-A8AD-2681D3CF4619}">
      <dgm:prSet/>
      <dgm:spPr/>
      <dgm:t>
        <a:bodyPr/>
        <a:lstStyle/>
        <a:p>
          <a:endParaRPr lang="en-US"/>
        </a:p>
      </dgm:t>
    </dgm:pt>
    <dgm:pt modelId="{997FAFCB-5528-4FAD-B969-D0362FCBDEC8}" type="pres">
      <dgm:prSet presAssocID="{31C5CC89-0CB4-4573-8CB4-678C6A8F1188}" presName="root" presStyleCnt="0">
        <dgm:presLayoutVars>
          <dgm:dir/>
          <dgm:resizeHandles val="exact"/>
        </dgm:presLayoutVars>
      </dgm:prSet>
      <dgm:spPr/>
    </dgm:pt>
    <dgm:pt modelId="{17D49FFD-9DBB-4A80-B011-719AC126083B}" type="pres">
      <dgm:prSet presAssocID="{568F7F53-242A-4866-86F3-D361E30805E7}" presName="compNode" presStyleCnt="0"/>
      <dgm:spPr/>
    </dgm:pt>
    <dgm:pt modelId="{27588E76-0252-44E8-8061-3C360C6E0268}" type="pres">
      <dgm:prSet presAssocID="{568F7F53-242A-4866-86F3-D361E30805E7}" presName="bgRect" presStyleLbl="bgShp" presStyleIdx="0" presStyleCnt="3"/>
      <dgm:spPr>
        <a:solidFill>
          <a:schemeClr val="accent1">
            <a:lumMod val="60000"/>
            <a:lumOff val="40000"/>
          </a:schemeClr>
        </a:solidFill>
      </dgm:spPr>
    </dgm:pt>
    <dgm:pt modelId="{9A22204F-4EBF-4981-9E05-D3978FEFF79E}" type="pres">
      <dgm:prSet presAssocID="{568F7F53-242A-4866-86F3-D361E30805E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Книги со сплошной заливкой"/>
        </a:ext>
      </dgm:extLst>
    </dgm:pt>
    <dgm:pt modelId="{87E0EE7E-AB74-41E8-B87A-67E933C2D287}" type="pres">
      <dgm:prSet presAssocID="{568F7F53-242A-4866-86F3-D361E30805E7}" presName="spaceRect" presStyleCnt="0"/>
      <dgm:spPr/>
    </dgm:pt>
    <dgm:pt modelId="{3908FE1C-B55B-4F98-BE59-0B9D9CD75B6A}" type="pres">
      <dgm:prSet presAssocID="{568F7F53-242A-4866-86F3-D361E30805E7}" presName="parTx" presStyleLbl="revTx" presStyleIdx="0" presStyleCnt="3">
        <dgm:presLayoutVars>
          <dgm:chMax val="0"/>
          <dgm:chPref val="0"/>
        </dgm:presLayoutVars>
      </dgm:prSet>
      <dgm:spPr/>
    </dgm:pt>
    <dgm:pt modelId="{46DE6583-350A-4F80-91E8-B60F624CAF1E}" type="pres">
      <dgm:prSet presAssocID="{1667A730-A7A8-4072-93D0-8BA347FC189D}" presName="sibTrans" presStyleCnt="0"/>
      <dgm:spPr/>
    </dgm:pt>
    <dgm:pt modelId="{A3ED27AC-2538-4E32-8AB3-2BA5F66377F0}" type="pres">
      <dgm:prSet presAssocID="{23125FA8-B574-44C6-9B5C-1CFA8EC26DE5}" presName="compNode" presStyleCnt="0"/>
      <dgm:spPr/>
    </dgm:pt>
    <dgm:pt modelId="{1AF29567-4237-4191-B832-9F0A97537645}" type="pres">
      <dgm:prSet presAssocID="{23125FA8-B574-44C6-9B5C-1CFA8EC26DE5}" presName="bgRect" presStyleLbl="bgShp" presStyleIdx="1" presStyleCnt="3" custLinFactNeighborX="707" custLinFactNeighborY="-3504"/>
      <dgm:spPr>
        <a:solidFill>
          <a:srgbClr val="7030A0"/>
        </a:solidFill>
      </dgm:spPr>
    </dgm:pt>
    <dgm:pt modelId="{A476052E-BF61-47F2-9AED-3DF30C570044}" type="pres">
      <dgm:prSet presAssocID="{23125FA8-B574-44C6-9B5C-1CFA8EC26DE5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Мишень со сплошной заливкой"/>
        </a:ext>
      </dgm:extLst>
    </dgm:pt>
    <dgm:pt modelId="{F093F86B-54D0-490D-B87C-FC53876A3FB6}" type="pres">
      <dgm:prSet presAssocID="{23125FA8-B574-44C6-9B5C-1CFA8EC26DE5}" presName="spaceRect" presStyleCnt="0"/>
      <dgm:spPr/>
    </dgm:pt>
    <dgm:pt modelId="{A46B1D37-0F4F-4BD3-AFAE-3F78BE97732E}" type="pres">
      <dgm:prSet presAssocID="{23125FA8-B574-44C6-9B5C-1CFA8EC26DE5}" presName="parTx" presStyleLbl="revTx" presStyleIdx="1" presStyleCnt="3">
        <dgm:presLayoutVars>
          <dgm:chMax val="0"/>
          <dgm:chPref val="0"/>
        </dgm:presLayoutVars>
      </dgm:prSet>
      <dgm:spPr/>
    </dgm:pt>
    <dgm:pt modelId="{6ADF6B0F-DF0A-4817-9FAB-C4AE984B25C3}" type="pres">
      <dgm:prSet presAssocID="{1DE4B213-12D4-4D14-95AE-B50151D9903C}" presName="sibTrans" presStyleCnt="0"/>
      <dgm:spPr/>
    </dgm:pt>
    <dgm:pt modelId="{F74AD315-D511-4045-B1F9-66B074F26AA3}" type="pres">
      <dgm:prSet presAssocID="{5BD4CA2A-DD1A-4AB9-A503-0893FE4E05BB}" presName="compNode" presStyleCnt="0"/>
      <dgm:spPr/>
    </dgm:pt>
    <dgm:pt modelId="{4269A569-0F58-4092-93F2-120368324D68}" type="pres">
      <dgm:prSet presAssocID="{5BD4CA2A-DD1A-4AB9-A503-0893FE4E05BB}" presName="bgRect" presStyleLbl="bgShp" presStyleIdx="2" presStyleCnt="3"/>
      <dgm:spPr>
        <a:solidFill>
          <a:schemeClr val="accent6">
            <a:lumMod val="50000"/>
          </a:schemeClr>
        </a:solidFill>
      </dgm:spPr>
    </dgm:pt>
    <dgm:pt modelId="{54B8E9BF-5597-4930-BD23-A37E4A67B281}" type="pres">
      <dgm:prSet presAssocID="{5BD4CA2A-DD1A-4AB9-A503-0893FE4E05BB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Больница"/>
        </a:ext>
      </dgm:extLst>
    </dgm:pt>
    <dgm:pt modelId="{95DD4CA4-5179-445C-B2C0-5C0BA4E38DDC}" type="pres">
      <dgm:prSet presAssocID="{5BD4CA2A-DD1A-4AB9-A503-0893FE4E05BB}" presName="spaceRect" presStyleCnt="0"/>
      <dgm:spPr/>
    </dgm:pt>
    <dgm:pt modelId="{353864B4-42F1-4FF9-8632-29402EACCBD0}" type="pres">
      <dgm:prSet presAssocID="{5BD4CA2A-DD1A-4AB9-A503-0893FE4E05BB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435A4A36-163E-433D-981F-B5D7B46F74CE}" type="presOf" srcId="{23125FA8-B574-44C6-9B5C-1CFA8EC26DE5}" destId="{A46B1D37-0F4F-4BD3-AFAE-3F78BE97732E}" srcOrd="0" destOrd="0" presId="urn:microsoft.com/office/officeart/2018/2/layout/IconVerticalSolidList"/>
    <dgm:cxn modelId="{355B8766-FB45-4C56-AB05-E4CBAAFB0CD4}" type="presOf" srcId="{31C5CC89-0CB4-4573-8CB4-678C6A8F1188}" destId="{997FAFCB-5528-4FAD-B969-D0362FCBDEC8}" srcOrd="0" destOrd="0" presId="urn:microsoft.com/office/officeart/2018/2/layout/IconVerticalSolidList"/>
    <dgm:cxn modelId="{7AC03B6A-4211-4010-928B-974954F82B61}" type="presOf" srcId="{5BD4CA2A-DD1A-4AB9-A503-0893FE4E05BB}" destId="{353864B4-42F1-4FF9-8632-29402EACCBD0}" srcOrd="0" destOrd="0" presId="urn:microsoft.com/office/officeart/2018/2/layout/IconVerticalSolidList"/>
    <dgm:cxn modelId="{43B33388-7CAE-43D0-8365-868449CA4C0E}" type="presOf" srcId="{568F7F53-242A-4866-86F3-D361E30805E7}" destId="{3908FE1C-B55B-4F98-BE59-0B9D9CD75B6A}" srcOrd="0" destOrd="0" presId="urn:microsoft.com/office/officeart/2018/2/layout/IconVerticalSolidList"/>
    <dgm:cxn modelId="{56F7E7A4-97B3-48A6-8BD5-D5AA517673C1}" srcId="{31C5CC89-0CB4-4573-8CB4-678C6A8F1188}" destId="{23125FA8-B574-44C6-9B5C-1CFA8EC26DE5}" srcOrd="1" destOrd="0" parTransId="{360D7597-D0A7-49CC-AF6A-22FA83806515}" sibTransId="{1DE4B213-12D4-4D14-95AE-B50151D9903C}"/>
    <dgm:cxn modelId="{EECB61B4-0249-4B8B-A8AD-2681D3CF4619}" srcId="{31C5CC89-0CB4-4573-8CB4-678C6A8F1188}" destId="{5BD4CA2A-DD1A-4AB9-A503-0893FE4E05BB}" srcOrd="2" destOrd="0" parTransId="{95F33AD2-22DA-4220-A754-A4201FA83EDB}" sibTransId="{A5503142-74F0-42B5-870C-F40EE28628F8}"/>
    <dgm:cxn modelId="{8557FDE3-8A19-4E9F-BE49-BDBD4B57327E}" srcId="{31C5CC89-0CB4-4573-8CB4-678C6A8F1188}" destId="{568F7F53-242A-4866-86F3-D361E30805E7}" srcOrd="0" destOrd="0" parTransId="{F0A94645-E034-4079-BAF6-D05329C49EBC}" sibTransId="{1667A730-A7A8-4072-93D0-8BA347FC189D}"/>
    <dgm:cxn modelId="{38869413-5ACB-4438-A9CE-AB5992FD1C91}" type="presParOf" srcId="{997FAFCB-5528-4FAD-B969-D0362FCBDEC8}" destId="{17D49FFD-9DBB-4A80-B011-719AC126083B}" srcOrd="0" destOrd="0" presId="urn:microsoft.com/office/officeart/2018/2/layout/IconVerticalSolidList"/>
    <dgm:cxn modelId="{8B39C386-EBF7-4A7A-9890-0DB518B84AEC}" type="presParOf" srcId="{17D49FFD-9DBB-4A80-B011-719AC126083B}" destId="{27588E76-0252-44E8-8061-3C360C6E0268}" srcOrd="0" destOrd="0" presId="urn:microsoft.com/office/officeart/2018/2/layout/IconVerticalSolidList"/>
    <dgm:cxn modelId="{89AB80FF-0740-4389-B40A-7D3F6C5E2FA2}" type="presParOf" srcId="{17D49FFD-9DBB-4A80-B011-719AC126083B}" destId="{9A22204F-4EBF-4981-9E05-D3978FEFF79E}" srcOrd="1" destOrd="0" presId="urn:microsoft.com/office/officeart/2018/2/layout/IconVerticalSolidList"/>
    <dgm:cxn modelId="{EDCEC774-270C-41D5-9C95-1C42E06586B0}" type="presParOf" srcId="{17D49FFD-9DBB-4A80-B011-719AC126083B}" destId="{87E0EE7E-AB74-41E8-B87A-67E933C2D287}" srcOrd="2" destOrd="0" presId="urn:microsoft.com/office/officeart/2018/2/layout/IconVerticalSolidList"/>
    <dgm:cxn modelId="{261C9B9D-DC9B-41DD-8681-A93F806295C2}" type="presParOf" srcId="{17D49FFD-9DBB-4A80-B011-719AC126083B}" destId="{3908FE1C-B55B-4F98-BE59-0B9D9CD75B6A}" srcOrd="3" destOrd="0" presId="urn:microsoft.com/office/officeart/2018/2/layout/IconVerticalSolidList"/>
    <dgm:cxn modelId="{EBC07B36-D4FE-4B84-B5F2-6F6CA3000B69}" type="presParOf" srcId="{997FAFCB-5528-4FAD-B969-D0362FCBDEC8}" destId="{46DE6583-350A-4F80-91E8-B60F624CAF1E}" srcOrd="1" destOrd="0" presId="urn:microsoft.com/office/officeart/2018/2/layout/IconVerticalSolidList"/>
    <dgm:cxn modelId="{FDAC191C-3F02-4ED7-BA4A-6F42D0BAF34C}" type="presParOf" srcId="{997FAFCB-5528-4FAD-B969-D0362FCBDEC8}" destId="{A3ED27AC-2538-4E32-8AB3-2BA5F66377F0}" srcOrd="2" destOrd="0" presId="urn:microsoft.com/office/officeart/2018/2/layout/IconVerticalSolidList"/>
    <dgm:cxn modelId="{A8B31662-DAD5-45BB-B866-43E6365EFC67}" type="presParOf" srcId="{A3ED27AC-2538-4E32-8AB3-2BA5F66377F0}" destId="{1AF29567-4237-4191-B832-9F0A97537645}" srcOrd="0" destOrd="0" presId="urn:microsoft.com/office/officeart/2018/2/layout/IconVerticalSolidList"/>
    <dgm:cxn modelId="{CBB03FED-BAE3-43CB-AD18-5B14A760784F}" type="presParOf" srcId="{A3ED27AC-2538-4E32-8AB3-2BA5F66377F0}" destId="{A476052E-BF61-47F2-9AED-3DF30C570044}" srcOrd="1" destOrd="0" presId="urn:microsoft.com/office/officeart/2018/2/layout/IconVerticalSolidList"/>
    <dgm:cxn modelId="{A51E3F33-F04D-48C9-8602-773D3A5DD156}" type="presParOf" srcId="{A3ED27AC-2538-4E32-8AB3-2BA5F66377F0}" destId="{F093F86B-54D0-490D-B87C-FC53876A3FB6}" srcOrd="2" destOrd="0" presId="urn:microsoft.com/office/officeart/2018/2/layout/IconVerticalSolidList"/>
    <dgm:cxn modelId="{2C4DF5D3-7EDF-4293-B3C0-43DEDC1E6CB4}" type="presParOf" srcId="{A3ED27AC-2538-4E32-8AB3-2BA5F66377F0}" destId="{A46B1D37-0F4F-4BD3-AFAE-3F78BE97732E}" srcOrd="3" destOrd="0" presId="urn:microsoft.com/office/officeart/2018/2/layout/IconVerticalSolidList"/>
    <dgm:cxn modelId="{4EB1A546-741F-42DC-88CF-A23EA43FF335}" type="presParOf" srcId="{997FAFCB-5528-4FAD-B969-D0362FCBDEC8}" destId="{6ADF6B0F-DF0A-4817-9FAB-C4AE984B25C3}" srcOrd="3" destOrd="0" presId="urn:microsoft.com/office/officeart/2018/2/layout/IconVerticalSolidList"/>
    <dgm:cxn modelId="{45D3B0BB-1229-4FC7-93F0-45B3A4D1FDA1}" type="presParOf" srcId="{997FAFCB-5528-4FAD-B969-D0362FCBDEC8}" destId="{F74AD315-D511-4045-B1F9-66B074F26AA3}" srcOrd="4" destOrd="0" presId="urn:microsoft.com/office/officeart/2018/2/layout/IconVerticalSolidList"/>
    <dgm:cxn modelId="{BDCBF8D1-A864-494A-803C-126D996F6D36}" type="presParOf" srcId="{F74AD315-D511-4045-B1F9-66B074F26AA3}" destId="{4269A569-0F58-4092-93F2-120368324D68}" srcOrd="0" destOrd="0" presId="urn:microsoft.com/office/officeart/2018/2/layout/IconVerticalSolidList"/>
    <dgm:cxn modelId="{A00B15C2-8875-4A94-BBDD-80ED8513552C}" type="presParOf" srcId="{F74AD315-D511-4045-B1F9-66B074F26AA3}" destId="{54B8E9BF-5597-4930-BD23-A37E4A67B281}" srcOrd="1" destOrd="0" presId="urn:microsoft.com/office/officeart/2018/2/layout/IconVerticalSolidList"/>
    <dgm:cxn modelId="{9C1B86BF-700E-4C67-A1C4-1F86731481D4}" type="presParOf" srcId="{F74AD315-D511-4045-B1F9-66B074F26AA3}" destId="{95DD4CA4-5179-445C-B2C0-5C0BA4E38DDC}" srcOrd="2" destOrd="0" presId="urn:microsoft.com/office/officeart/2018/2/layout/IconVerticalSolidList"/>
    <dgm:cxn modelId="{2E90E258-F2BF-4F15-B6B8-044314F0C19D}" type="presParOf" srcId="{F74AD315-D511-4045-B1F9-66B074F26AA3}" destId="{353864B4-42F1-4FF9-8632-29402EACCBD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A84E8B4-BC4F-429D-9F51-1D748B4A815D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94923ACC-D9C7-494F-9458-1DC1CAADB47D}">
      <dgm:prSet custT="1"/>
      <dgm:spPr/>
      <dgm:t>
        <a:bodyPr/>
        <a:lstStyle/>
        <a:p>
          <a:r>
            <a:rPr lang="ru-RU" sz="2000" b="1" baseline="0" dirty="0">
              <a:solidFill>
                <a:schemeClr val="accent1">
                  <a:lumMod val="50000"/>
                </a:schemeClr>
              </a:solidFill>
            </a:rPr>
            <a:t>Оборудование</a:t>
          </a:r>
        </a:p>
      </dgm:t>
    </dgm:pt>
    <dgm:pt modelId="{6C05B6C3-CBA2-4F11-ADDA-43748C363DE0}" type="parTrans" cxnId="{4E9AC0A4-6FB9-445A-94A9-D6749031CF8C}">
      <dgm:prSet/>
      <dgm:spPr/>
      <dgm:t>
        <a:bodyPr/>
        <a:lstStyle/>
        <a:p>
          <a:endParaRPr lang="en-US"/>
        </a:p>
      </dgm:t>
    </dgm:pt>
    <dgm:pt modelId="{069C7901-E6A1-4037-BF4C-38E1FFA8C02B}" type="sibTrans" cxnId="{4E9AC0A4-6FB9-445A-94A9-D6749031CF8C}">
      <dgm:prSet/>
      <dgm:spPr/>
      <dgm:t>
        <a:bodyPr/>
        <a:lstStyle/>
        <a:p>
          <a:endParaRPr lang="en-US"/>
        </a:p>
      </dgm:t>
    </dgm:pt>
    <dgm:pt modelId="{3C28C052-5A38-437F-BDD7-43D098DAED14}">
      <dgm:prSet custT="1"/>
      <dgm:spPr/>
      <dgm:t>
        <a:bodyPr/>
        <a:lstStyle/>
        <a:p>
          <a:r>
            <a:rPr lang="ru-RU" sz="2000" b="1" kern="1200" baseline="0" dirty="0">
              <a:solidFill>
                <a:srgbClr val="4472C4">
                  <a:lumMod val="50000"/>
                </a:srgbClr>
              </a:solidFill>
              <a:latin typeface="Calibri" panose="020F0502020204030204"/>
              <a:ea typeface="+mn-ea"/>
              <a:cs typeface="+mn-cs"/>
            </a:rPr>
            <a:t>Ремонт</a:t>
          </a:r>
        </a:p>
      </dgm:t>
    </dgm:pt>
    <dgm:pt modelId="{9419997A-66A5-465C-858B-CA2AD0E91004}" type="parTrans" cxnId="{5985168F-0DE8-479F-B0D7-B3CE00D58E63}">
      <dgm:prSet/>
      <dgm:spPr/>
      <dgm:t>
        <a:bodyPr/>
        <a:lstStyle/>
        <a:p>
          <a:endParaRPr lang="en-US"/>
        </a:p>
      </dgm:t>
    </dgm:pt>
    <dgm:pt modelId="{F12BFCA5-C15E-429C-808A-833949D62290}" type="sibTrans" cxnId="{5985168F-0DE8-479F-B0D7-B3CE00D58E63}">
      <dgm:prSet/>
      <dgm:spPr/>
      <dgm:t>
        <a:bodyPr/>
        <a:lstStyle/>
        <a:p>
          <a:endParaRPr lang="en-US"/>
        </a:p>
      </dgm:t>
    </dgm:pt>
    <dgm:pt modelId="{8F5F66DD-F691-4E34-A7BE-FB4BA4007B03}">
      <dgm:prSet custT="1"/>
      <dgm:spPr/>
      <dgm:t>
        <a:bodyPr/>
        <a:lstStyle/>
        <a:p>
          <a:r>
            <a:rPr lang="en-US" sz="2000" b="1" kern="1200" baseline="0" dirty="0">
              <a:solidFill>
                <a:srgbClr val="4472C4">
                  <a:lumMod val="50000"/>
                </a:srgbClr>
              </a:solidFill>
              <a:latin typeface="Calibri" panose="020F0502020204030204"/>
              <a:ea typeface="+mn-ea"/>
              <a:cs typeface="+mn-cs"/>
            </a:rPr>
            <a:t>QR</a:t>
          </a:r>
          <a:r>
            <a:rPr lang="ru-RU" sz="2000" b="1" kern="1200" baseline="0" dirty="0">
              <a:solidFill>
                <a:srgbClr val="4472C4">
                  <a:lumMod val="50000"/>
                </a:srgbClr>
              </a:solidFill>
              <a:latin typeface="Calibri" panose="020F0502020204030204"/>
              <a:ea typeface="+mn-ea"/>
              <a:cs typeface="+mn-cs"/>
            </a:rPr>
            <a:t>-коды</a:t>
          </a:r>
        </a:p>
      </dgm:t>
    </dgm:pt>
    <dgm:pt modelId="{35584A7D-F974-42E5-A7A1-B4D9A69B4E56}" type="parTrans" cxnId="{9AF840FC-EFAF-4C39-8822-9208467D4046}">
      <dgm:prSet/>
      <dgm:spPr/>
      <dgm:t>
        <a:bodyPr/>
        <a:lstStyle/>
        <a:p>
          <a:endParaRPr lang="en-US"/>
        </a:p>
      </dgm:t>
    </dgm:pt>
    <dgm:pt modelId="{8D7D466B-9F95-4920-9F8C-AC6ECE47917D}" type="sibTrans" cxnId="{9AF840FC-EFAF-4C39-8822-9208467D4046}">
      <dgm:prSet/>
      <dgm:spPr/>
      <dgm:t>
        <a:bodyPr/>
        <a:lstStyle/>
        <a:p>
          <a:endParaRPr lang="en-US"/>
        </a:p>
      </dgm:t>
    </dgm:pt>
    <dgm:pt modelId="{9EE2FEB8-3F1F-47DC-BC51-251EC99BA308}">
      <dgm:prSet custT="1"/>
      <dgm:spPr/>
      <dgm:t>
        <a:bodyPr/>
        <a:lstStyle/>
        <a:p>
          <a:r>
            <a:rPr lang="ru-RU" sz="2000" b="1" kern="1200" baseline="0" dirty="0">
              <a:solidFill>
                <a:srgbClr val="4472C4">
                  <a:lumMod val="50000"/>
                </a:srgbClr>
              </a:solidFill>
              <a:latin typeface="Calibri" panose="020F0502020204030204"/>
              <a:ea typeface="+mn-ea"/>
              <a:cs typeface="+mn-cs"/>
            </a:rPr>
            <a:t>Материалы</a:t>
          </a:r>
        </a:p>
      </dgm:t>
    </dgm:pt>
    <dgm:pt modelId="{D28D77F5-C38B-449D-80C6-781FE2D2E353}" type="parTrans" cxnId="{F04D42E4-12AB-4BC6-8212-EC464BD332A2}">
      <dgm:prSet/>
      <dgm:spPr/>
      <dgm:t>
        <a:bodyPr/>
        <a:lstStyle/>
        <a:p>
          <a:endParaRPr lang="en-US"/>
        </a:p>
      </dgm:t>
    </dgm:pt>
    <dgm:pt modelId="{61E65710-ECD7-41F4-9199-BD110147F0B2}" type="sibTrans" cxnId="{F04D42E4-12AB-4BC6-8212-EC464BD332A2}">
      <dgm:prSet/>
      <dgm:spPr/>
      <dgm:t>
        <a:bodyPr/>
        <a:lstStyle/>
        <a:p>
          <a:endParaRPr lang="en-US"/>
        </a:p>
      </dgm:t>
    </dgm:pt>
    <dgm:pt modelId="{0EF4AF10-21FA-4005-B9B9-0B90C7A8F3FF}">
      <dgm:prSet custT="1"/>
      <dgm:spPr/>
      <dgm:t>
        <a:bodyPr/>
        <a:lstStyle/>
        <a:p>
          <a:r>
            <a:rPr lang="ru-RU" sz="2000" b="1" kern="1200" dirty="0">
              <a:solidFill>
                <a:schemeClr val="accent1">
                  <a:lumMod val="50000"/>
                </a:schemeClr>
              </a:solidFill>
            </a:rPr>
            <a:t>«</a:t>
          </a:r>
          <a:r>
            <a:rPr lang="ru-RU" sz="2000" b="1" kern="1200" baseline="0" dirty="0">
              <a:solidFill>
                <a:schemeClr val="accent1">
                  <a:lumMod val="50000"/>
                </a:schemeClr>
              </a:solidFill>
              <a:latin typeface="Calibri" panose="020F0502020204030204"/>
              <a:ea typeface="+mn-ea"/>
              <a:cs typeface="+mn-cs"/>
            </a:rPr>
            <a:t>ЛИС</a:t>
          </a:r>
          <a:r>
            <a:rPr lang="ru-RU" sz="2000" b="1" kern="1200" dirty="0">
              <a:solidFill>
                <a:schemeClr val="accent1">
                  <a:lumMod val="50000"/>
                </a:schemeClr>
              </a:solidFill>
            </a:rPr>
            <a:t>»</a:t>
          </a:r>
        </a:p>
      </dgm:t>
    </dgm:pt>
    <dgm:pt modelId="{0776ACAC-F924-48B6-AB29-EB4EF8EE600F}" type="parTrans" cxnId="{9525F763-04E0-494D-AFAA-C22366E23A7B}">
      <dgm:prSet/>
      <dgm:spPr/>
      <dgm:t>
        <a:bodyPr/>
        <a:lstStyle/>
        <a:p>
          <a:endParaRPr lang="en-US"/>
        </a:p>
      </dgm:t>
    </dgm:pt>
    <dgm:pt modelId="{AA6E9AE0-FA1D-487F-8F30-5370E125E38F}" type="sibTrans" cxnId="{9525F763-04E0-494D-AFAA-C22366E23A7B}">
      <dgm:prSet/>
      <dgm:spPr/>
      <dgm:t>
        <a:bodyPr/>
        <a:lstStyle/>
        <a:p>
          <a:endParaRPr lang="en-US"/>
        </a:p>
      </dgm:t>
    </dgm:pt>
    <dgm:pt modelId="{4654E0ED-A683-49C9-B7EA-741D06AA4316}" type="pres">
      <dgm:prSet presAssocID="{3A84E8B4-BC4F-429D-9F51-1D748B4A815D}" presName="root" presStyleCnt="0">
        <dgm:presLayoutVars>
          <dgm:dir/>
          <dgm:resizeHandles val="exact"/>
        </dgm:presLayoutVars>
      </dgm:prSet>
      <dgm:spPr/>
    </dgm:pt>
    <dgm:pt modelId="{B155B2C4-C86C-4C5B-9E37-A66F4D21E246}" type="pres">
      <dgm:prSet presAssocID="{3A84E8B4-BC4F-429D-9F51-1D748B4A815D}" presName="container" presStyleCnt="0">
        <dgm:presLayoutVars>
          <dgm:dir/>
          <dgm:resizeHandles val="exact"/>
        </dgm:presLayoutVars>
      </dgm:prSet>
      <dgm:spPr/>
    </dgm:pt>
    <dgm:pt modelId="{26045168-EFD3-4C88-9B30-D998A1D37DD7}" type="pres">
      <dgm:prSet presAssocID="{94923ACC-D9C7-494F-9458-1DC1CAADB47D}" presName="compNode" presStyleCnt="0"/>
      <dgm:spPr/>
    </dgm:pt>
    <dgm:pt modelId="{BC6550D3-DDC5-4378-8601-A959C585DEC4}" type="pres">
      <dgm:prSet presAssocID="{94923ACC-D9C7-494F-9458-1DC1CAADB47D}" presName="iconBgRect" presStyleLbl="bgShp" presStyleIdx="0" presStyleCnt="5" custScaleX="153087" custScaleY="155249" custLinFactNeighborX="-18492"/>
      <dgm:spPr/>
    </dgm:pt>
    <dgm:pt modelId="{FD0AEF1D-11A3-4053-8572-6495FA622332}" type="pres">
      <dgm:prSet presAssocID="{94923ACC-D9C7-494F-9458-1DC1CAADB47D}" presName="iconRect" presStyleLbl="node1" presStyleIdx="0" presStyleCnt="5" custScaleX="158663" custScaleY="161395" custLinFactNeighborX="-27632" custLinFactNeighborY="-14879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Мензурка со сплошной заливкой"/>
        </a:ext>
      </dgm:extLst>
    </dgm:pt>
    <dgm:pt modelId="{10306F52-6967-4CF3-ADF7-939D20E6882D}" type="pres">
      <dgm:prSet presAssocID="{94923ACC-D9C7-494F-9458-1DC1CAADB47D}" presName="spaceRect" presStyleCnt="0"/>
      <dgm:spPr/>
    </dgm:pt>
    <dgm:pt modelId="{8E4FCEF5-151F-44A7-94C9-58C1F896BA98}" type="pres">
      <dgm:prSet presAssocID="{94923ACC-D9C7-494F-9458-1DC1CAADB47D}" presName="textRect" presStyleLbl="revTx" presStyleIdx="0" presStyleCnt="5" custScaleX="109703" custScaleY="71392" custLinFactNeighborX="6748" custLinFactNeighborY="-4918">
        <dgm:presLayoutVars>
          <dgm:chMax val="1"/>
          <dgm:chPref val="1"/>
        </dgm:presLayoutVars>
      </dgm:prSet>
      <dgm:spPr/>
    </dgm:pt>
    <dgm:pt modelId="{F6B8AC72-5B71-4C1F-B5BC-3E7CD2CFB3A8}" type="pres">
      <dgm:prSet presAssocID="{069C7901-E6A1-4037-BF4C-38E1FFA8C02B}" presName="sibTrans" presStyleLbl="sibTrans2D1" presStyleIdx="0" presStyleCnt="0"/>
      <dgm:spPr/>
    </dgm:pt>
    <dgm:pt modelId="{293ABF04-BE03-4021-A58B-897C72C09C35}" type="pres">
      <dgm:prSet presAssocID="{3C28C052-5A38-437F-BDD7-43D098DAED14}" presName="compNode" presStyleCnt="0"/>
      <dgm:spPr/>
    </dgm:pt>
    <dgm:pt modelId="{A6BD1478-8656-4540-9D39-72C4DBD6D591}" type="pres">
      <dgm:prSet presAssocID="{3C28C052-5A38-437F-BDD7-43D098DAED14}" presName="iconBgRect" presStyleLbl="bgShp" presStyleIdx="1" presStyleCnt="5" custScaleX="141134" custScaleY="145707" custLinFactNeighborX="4383" custLinFactNeighborY="-160"/>
      <dgm:spPr/>
    </dgm:pt>
    <dgm:pt modelId="{EF57CCFE-BAD4-48FA-AE29-EBAED2055AAE}" type="pres">
      <dgm:prSet presAssocID="{3C28C052-5A38-437F-BDD7-43D098DAED14}" presName="iconRect" presStyleLbl="node1" presStyleIdx="1" presStyleCnt="5" custScaleX="136588" custScaleY="149194" custLinFactNeighborX="9446" custLinFactNeighborY="-276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Инструменты со сплошной заливкой"/>
        </a:ext>
      </dgm:extLst>
    </dgm:pt>
    <dgm:pt modelId="{9FD9E4FD-2907-4F4E-BCC1-11CBF80B85DA}" type="pres">
      <dgm:prSet presAssocID="{3C28C052-5A38-437F-BDD7-43D098DAED14}" presName="spaceRect" presStyleCnt="0"/>
      <dgm:spPr/>
    </dgm:pt>
    <dgm:pt modelId="{64D0862D-E1FC-447B-B0BE-C187F1ACBB14}" type="pres">
      <dgm:prSet presAssocID="{3C28C052-5A38-437F-BDD7-43D098DAED14}" presName="textRect" presStyleLbl="revTx" presStyleIdx="1" presStyleCnt="5" custScaleX="87950" custScaleY="102094" custLinFactNeighborX="6723" custLinFactNeighborY="6236">
        <dgm:presLayoutVars>
          <dgm:chMax val="1"/>
          <dgm:chPref val="1"/>
        </dgm:presLayoutVars>
      </dgm:prSet>
      <dgm:spPr/>
    </dgm:pt>
    <dgm:pt modelId="{D0D1DB84-5BFC-4393-A032-8E1FED7A77FF}" type="pres">
      <dgm:prSet presAssocID="{F12BFCA5-C15E-429C-808A-833949D62290}" presName="sibTrans" presStyleLbl="sibTrans2D1" presStyleIdx="0" presStyleCnt="0"/>
      <dgm:spPr/>
    </dgm:pt>
    <dgm:pt modelId="{962A1316-E2D0-448A-B5FB-FAFDAD0E5C0B}" type="pres">
      <dgm:prSet presAssocID="{8F5F66DD-F691-4E34-A7BE-FB4BA4007B03}" presName="compNode" presStyleCnt="0"/>
      <dgm:spPr/>
    </dgm:pt>
    <dgm:pt modelId="{A862050A-F265-4848-B549-1760B9BF669C}" type="pres">
      <dgm:prSet presAssocID="{8F5F66DD-F691-4E34-A7BE-FB4BA4007B03}" presName="iconBgRect" presStyleLbl="bgShp" presStyleIdx="2" presStyleCnt="5" custScaleX="137119" custScaleY="145387"/>
      <dgm:spPr>
        <a:solidFill>
          <a:srgbClr val="7030A0"/>
        </a:solidFill>
      </dgm:spPr>
    </dgm:pt>
    <dgm:pt modelId="{A871EE0D-FBBE-40F8-A8C0-FE804576343C}" type="pres">
      <dgm:prSet presAssocID="{8F5F66DD-F691-4E34-A7BE-FB4BA4007B03}" presName="iconRect" presStyleLbl="node1" presStyleIdx="2" presStyleCnt="5" custScaleX="137031" custScaleY="127386" custLinFactNeighborX="2125" custLinFactNeighborY="4251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Монитор со сплошной заливкой"/>
        </a:ext>
      </dgm:extLst>
    </dgm:pt>
    <dgm:pt modelId="{0C55BC15-FDB3-4033-AA7E-BF1A1F99F722}" type="pres">
      <dgm:prSet presAssocID="{8F5F66DD-F691-4E34-A7BE-FB4BA4007B03}" presName="spaceRect" presStyleCnt="0"/>
      <dgm:spPr/>
    </dgm:pt>
    <dgm:pt modelId="{FF648347-FD23-4E04-91F8-485FF7D053A8}" type="pres">
      <dgm:prSet presAssocID="{8F5F66DD-F691-4E34-A7BE-FB4BA4007B03}" presName="textRect" presStyleLbl="revTx" presStyleIdx="2" presStyleCnt="5" custScaleY="193727" custLinFactNeighborX="10485" custLinFactNeighborY="-5678">
        <dgm:presLayoutVars>
          <dgm:chMax val="1"/>
          <dgm:chPref val="1"/>
        </dgm:presLayoutVars>
      </dgm:prSet>
      <dgm:spPr/>
    </dgm:pt>
    <dgm:pt modelId="{D4937C07-AF41-400B-A174-2D74DF2B0C00}" type="pres">
      <dgm:prSet presAssocID="{8D7D466B-9F95-4920-9F8C-AC6ECE47917D}" presName="sibTrans" presStyleLbl="sibTrans2D1" presStyleIdx="0" presStyleCnt="0"/>
      <dgm:spPr/>
    </dgm:pt>
    <dgm:pt modelId="{BE8A4867-0278-42F7-94C5-34B247EE55C1}" type="pres">
      <dgm:prSet presAssocID="{9EE2FEB8-3F1F-47DC-BC51-251EC99BA308}" presName="compNode" presStyleCnt="0"/>
      <dgm:spPr/>
    </dgm:pt>
    <dgm:pt modelId="{49A77D73-7A8B-4E6F-867A-7219FCD3F846}" type="pres">
      <dgm:prSet presAssocID="{9EE2FEB8-3F1F-47DC-BC51-251EC99BA308}" presName="iconBgRect" presStyleLbl="bgShp" presStyleIdx="3" presStyleCnt="5" custScaleX="145025" custScaleY="138559" custLinFactX="81223" custLinFactNeighborX="100000" custLinFactNeighborY="-17259"/>
      <dgm:spPr/>
    </dgm:pt>
    <dgm:pt modelId="{04F347F6-4288-4626-8CAC-069AFB38CD8B}" type="pres">
      <dgm:prSet presAssocID="{9EE2FEB8-3F1F-47DC-BC51-251EC99BA308}" presName="iconRect" presStyleLbl="node1" presStyleIdx="3" presStyleCnt="5" custScaleX="135209" custScaleY="145373" custLinFactX="116704" custLinFactNeighborX="200000" custLinFactNeighborY="-4038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Документ"/>
        </a:ext>
      </dgm:extLst>
    </dgm:pt>
    <dgm:pt modelId="{DF28D3C5-30DE-49FE-9469-3F4579E8F625}" type="pres">
      <dgm:prSet presAssocID="{9EE2FEB8-3F1F-47DC-BC51-251EC99BA308}" presName="spaceRect" presStyleCnt="0"/>
      <dgm:spPr/>
    </dgm:pt>
    <dgm:pt modelId="{896CFD46-C91B-4CE4-84F0-990D3B2C1B16}" type="pres">
      <dgm:prSet presAssocID="{9EE2FEB8-3F1F-47DC-BC51-251EC99BA308}" presName="textRect" presStyleLbl="revTx" presStyleIdx="3" presStyleCnt="5" custScaleX="106174" custScaleY="134644" custLinFactNeighborX="87343" custLinFactNeighborY="-13561">
        <dgm:presLayoutVars>
          <dgm:chMax val="1"/>
          <dgm:chPref val="1"/>
        </dgm:presLayoutVars>
      </dgm:prSet>
      <dgm:spPr/>
    </dgm:pt>
    <dgm:pt modelId="{287A10B8-62CA-48BD-B045-D81388C0F76B}" type="pres">
      <dgm:prSet presAssocID="{61E65710-ECD7-41F4-9199-BD110147F0B2}" presName="sibTrans" presStyleLbl="sibTrans2D1" presStyleIdx="0" presStyleCnt="0"/>
      <dgm:spPr/>
    </dgm:pt>
    <dgm:pt modelId="{899BFC57-B70D-4FBA-908F-A2AA591CA979}" type="pres">
      <dgm:prSet presAssocID="{0EF4AF10-21FA-4005-B9B9-0B90C7A8F3FF}" presName="compNode" presStyleCnt="0"/>
      <dgm:spPr/>
    </dgm:pt>
    <dgm:pt modelId="{4507199C-90E7-4567-A10D-74F0281DCD20}" type="pres">
      <dgm:prSet presAssocID="{0EF4AF10-21FA-4005-B9B9-0B90C7A8F3FF}" presName="iconBgRect" presStyleLbl="bgShp" presStyleIdx="4" presStyleCnt="5" custScaleX="138270" custScaleY="130194" custLinFactX="100000" custLinFactNeighborX="195874" custLinFactNeighborY="-22190"/>
      <dgm:spPr/>
    </dgm:pt>
    <dgm:pt modelId="{64F9814A-6142-4A44-BD82-2DABF0FCE74A}" type="pres">
      <dgm:prSet presAssocID="{0EF4AF10-21FA-4005-B9B9-0B90C7A8F3FF}" presName="iconRect" presStyleLbl="node1" presStyleIdx="4" presStyleCnt="5" custScaleX="133662" custScaleY="153875" custLinFactX="216504" custLinFactNeighborX="300000" custLinFactNeighborY="-40385"/>
      <dgm:spPr>
        <a:blipFill>
          <a:blip xmlns:r="http://schemas.openxmlformats.org/officeDocument/2006/relationships"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Облачные вычисления со сплошной заливкой"/>
        </a:ext>
      </dgm:extLst>
    </dgm:pt>
    <dgm:pt modelId="{1BC74EC0-F269-47D1-A803-E3F3E2B93C21}" type="pres">
      <dgm:prSet presAssocID="{0EF4AF10-21FA-4005-B9B9-0B90C7A8F3FF}" presName="spaceRect" presStyleCnt="0"/>
      <dgm:spPr/>
    </dgm:pt>
    <dgm:pt modelId="{8B1CCFDF-B3A2-4D61-BD0D-345E958560A7}" type="pres">
      <dgm:prSet presAssocID="{0EF4AF10-21FA-4005-B9B9-0B90C7A8F3FF}" presName="textRect" presStyleLbl="revTx" presStyleIdx="4" presStyleCnt="5" custScaleX="112437" custScaleY="163692" custLinFactX="38266" custLinFactNeighborX="100000" custLinFactNeighborY="-24012">
        <dgm:presLayoutVars>
          <dgm:chMax val="1"/>
          <dgm:chPref val="1"/>
        </dgm:presLayoutVars>
      </dgm:prSet>
      <dgm:spPr/>
    </dgm:pt>
  </dgm:ptLst>
  <dgm:cxnLst>
    <dgm:cxn modelId="{3A88DC00-CEBF-4763-9A0E-52A51B6BA165}" type="presOf" srcId="{F12BFCA5-C15E-429C-808A-833949D62290}" destId="{D0D1DB84-5BFC-4393-A032-8E1FED7A77FF}" srcOrd="0" destOrd="0" presId="urn:microsoft.com/office/officeart/2018/2/layout/IconCircleList"/>
    <dgm:cxn modelId="{E0FF142E-F410-47EC-B00B-FA75B008EBA4}" type="presOf" srcId="{3C28C052-5A38-437F-BDD7-43D098DAED14}" destId="{64D0862D-E1FC-447B-B0BE-C187F1ACBB14}" srcOrd="0" destOrd="0" presId="urn:microsoft.com/office/officeart/2018/2/layout/IconCircleList"/>
    <dgm:cxn modelId="{9525F763-04E0-494D-AFAA-C22366E23A7B}" srcId="{3A84E8B4-BC4F-429D-9F51-1D748B4A815D}" destId="{0EF4AF10-21FA-4005-B9B9-0B90C7A8F3FF}" srcOrd="4" destOrd="0" parTransId="{0776ACAC-F924-48B6-AB29-EB4EF8EE600F}" sibTransId="{AA6E9AE0-FA1D-487F-8F30-5370E125E38F}"/>
    <dgm:cxn modelId="{FEDB7585-2E18-4A0B-895D-69A9D25AFDE5}" type="presOf" srcId="{61E65710-ECD7-41F4-9199-BD110147F0B2}" destId="{287A10B8-62CA-48BD-B045-D81388C0F76B}" srcOrd="0" destOrd="0" presId="urn:microsoft.com/office/officeart/2018/2/layout/IconCircleList"/>
    <dgm:cxn modelId="{5985168F-0DE8-479F-B0D7-B3CE00D58E63}" srcId="{3A84E8B4-BC4F-429D-9F51-1D748B4A815D}" destId="{3C28C052-5A38-437F-BDD7-43D098DAED14}" srcOrd="1" destOrd="0" parTransId="{9419997A-66A5-465C-858B-CA2AD0E91004}" sibTransId="{F12BFCA5-C15E-429C-808A-833949D62290}"/>
    <dgm:cxn modelId="{80EF2692-89FC-44E8-9EA2-9D545D690DAC}" type="presOf" srcId="{8D7D466B-9F95-4920-9F8C-AC6ECE47917D}" destId="{D4937C07-AF41-400B-A174-2D74DF2B0C00}" srcOrd="0" destOrd="0" presId="urn:microsoft.com/office/officeart/2018/2/layout/IconCircleList"/>
    <dgm:cxn modelId="{51E2F695-37BE-4AB9-9FC2-6033845879C8}" type="presOf" srcId="{9EE2FEB8-3F1F-47DC-BC51-251EC99BA308}" destId="{896CFD46-C91B-4CE4-84F0-990D3B2C1B16}" srcOrd="0" destOrd="0" presId="urn:microsoft.com/office/officeart/2018/2/layout/IconCircleList"/>
    <dgm:cxn modelId="{4E9AC0A4-6FB9-445A-94A9-D6749031CF8C}" srcId="{3A84E8B4-BC4F-429D-9F51-1D748B4A815D}" destId="{94923ACC-D9C7-494F-9458-1DC1CAADB47D}" srcOrd="0" destOrd="0" parTransId="{6C05B6C3-CBA2-4F11-ADDA-43748C363DE0}" sibTransId="{069C7901-E6A1-4037-BF4C-38E1FFA8C02B}"/>
    <dgm:cxn modelId="{639BF9AF-13D2-459A-AD9E-C9886500FD4E}" type="presOf" srcId="{8F5F66DD-F691-4E34-A7BE-FB4BA4007B03}" destId="{FF648347-FD23-4E04-91F8-485FF7D053A8}" srcOrd="0" destOrd="0" presId="urn:microsoft.com/office/officeart/2018/2/layout/IconCircleList"/>
    <dgm:cxn modelId="{3615FDB3-F2F7-4575-920F-28EE794C6C8B}" type="presOf" srcId="{069C7901-E6A1-4037-BF4C-38E1FFA8C02B}" destId="{F6B8AC72-5B71-4C1F-B5BC-3E7CD2CFB3A8}" srcOrd="0" destOrd="0" presId="urn:microsoft.com/office/officeart/2018/2/layout/IconCircleList"/>
    <dgm:cxn modelId="{EEA0A5D9-49D9-48F0-9927-CB0155147684}" type="presOf" srcId="{3A84E8B4-BC4F-429D-9F51-1D748B4A815D}" destId="{4654E0ED-A683-49C9-B7EA-741D06AA4316}" srcOrd="0" destOrd="0" presId="urn:microsoft.com/office/officeart/2018/2/layout/IconCircleList"/>
    <dgm:cxn modelId="{F04D42E4-12AB-4BC6-8212-EC464BD332A2}" srcId="{3A84E8B4-BC4F-429D-9F51-1D748B4A815D}" destId="{9EE2FEB8-3F1F-47DC-BC51-251EC99BA308}" srcOrd="3" destOrd="0" parTransId="{D28D77F5-C38B-449D-80C6-781FE2D2E353}" sibTransId="{61E65710-ECD7-41F4-9199-BD110147F0B2}"/>
    <dgm:cxn modelId="{A5484CEE-FEE0-4600-A8E9-3371770852B2}" type="presOf" srcId="{94923ACC-D9C7-494F-9458-1DC1CAADB47D}" destId="{8E4FCEF5-151F-44A7-94C9-58C1F896BA98}" srcOrd="0" destOrd="0" presId="urn:microsoft.com/office/officeart/2018/2/layout/IconCircleList"/>
    <dgm:cxn modelId="{88690CF3-6CB5-47A7-8304-37CE8864F5FD}" type="presOf" srcId="{0EF4AF10-21FA-4005-B9B9-0B90C7A8F3FF}" destId="{8B1CCFDF-B3A2-4D61-BD0D-345E958560A7}" srcOrd="0" destOrd="0" presId="urn:microsoft.com/office/officeart/2018/2/layout/IconCircleList"/>
    <dgm:cxn modelId="{9AF840FC-EFAF-4C39-8822-9208467D4046}" srcId="{3A84E8B4-BC4F-429D-9F51-1D748B4A815D}" destId="{8F5F66DD-F691-4E34-A7BE-FB4BA4007B03}" srcOrd="2" destOrd="0" parTransId="{35584A7D-F974-42E5-A7A1-B4D9A69B4E56}" sibTransId="{8D7D466B-9F95-4920-9F8C-AC6ECE47917D}"/>
    <dgm:cxn modelId="{4E33C5D0-7352-41FC-A725-7D83C001E875}" type="presParOf" srcId="{4654E0ED-A683-49C9-B7EA-741D06AA4316}" destId="{B155B2C4-C86C-4C5B-9E37-A66F4D21E246}" srcOrd="0" destOrd="0" presId="urn:microsoft.com/office/officeart/2018/2/layout/IconCircleList"/>
    <dgm:cxn modelId="{04D61B4C-D826-48C7-9AC5-7D130E0DA22B}" type="presParOf" srcId="{B155B2C4-C86C-4C5B-9E37-A66F4D21E246}" destId="{26045168-EFD3-4C88-9B30-D998A1D37DD7}" srcOrd="0" destOrd="0" presId="urn:microsoft.com/office/officeart/2018/2/layout/IconCircleList"/>
    <dgm:cxn modelId="{FEC8371D-86A9-42E7-BB19-682425F294F7}" type="presParOf" srcId="{26045168-EFD3-4C88-9B30-D998A1D37DD7}" destId="{BC6550D3-DDC5-4378-8601-A959C585DEC4}" srcOrd="0" destOrd="0" presId="urn:microsoft.com/office/officeart/2018/2/layout/IconCircleList"/>
    <dgm:cxn modelId="{103AA587-BF19-40F6-B977-7AC7A1FE7C40}" type="presParOf" srcId="{26045168-EFD3-4C88-9B30-D998A1D37DD7}" destId="{FD0AEF1D-11A3-4053-8572-6495FA622332}" srcOrd="1" destOrd="0" presId="urn:microsoft.com/office/officeart/2018/2/layout/IconCircleList"/>
    <dgm:cxn modelId="{B3D01212-6C62-46B7-9E7C-339FEECBFD9C}" type="presParOf" srcId="{26045168-EFD3-4C88-9B30-D998A1D37DD7}" destId="{10306F52-6967-4CF3-ADF7-939D20E6882D}" srcOrd="2" destOrd="0" presId="urn:microsoft.com/office/officeart/2018/2/layout/IconCircleList"/>
    <dgm:cxn modelId="{96C73C1B-598C-4147-807C-64B0D21BD14E}" type="presParOf" srcId="{26045168-EFD3-4C88-9B30-D998A1D37DD7}" destId="{8E4FCEF5-151F-44A7-94C9-58C1F896BA98}" srcOrd="3" destOrd="0" presId="urn:microsoft.com/office/officeart/2018/2/layout/IconCircleList"/>
    <dgm:cxn modelId="{60CE42B4-D00C-44AB-92E5-0229782D6E0B}" type="presParOf" srcId="{B155B2C4-C86C-4C5B-9E37-A66F4D21E246}" destId="{F6B8AC72-5B71-4C1F-B5BC-3E7CD2CFB3A8}" srcOrd="1" destOrd="0" presId="urn:microsoft.com/office/officeart/2018/2/layout/IconCircleList"/>
    <dgm:cxn modelId="{F15C93FB-4357-47F2-AD9C-BA4854764570}" type="presParOf" srcId="{B155B2C4-C86C-4C5B-9E37-A66F4D21E246}" destId="{293ABF04-BE03-4021-A58B-897C72C09C35}" srcOrd="2" destOrd="0" presId="urn:microsoft.com/office/officeart/2018/2/layout/IconCircleList"/>
    <dgm:cxn modelId="{596EB1B6-7F44-4FD6-8C4F-9D3B0D866270}" type="presParOf" srcId="{293ABF04-BE03-4021-A58B-897C72C09C35}" destId="{A6BD1478-8656-4540-9D39-72C4DBD6D591}" srcOrd="0" destOrd="0" presId="urn:microsoft.com/office/officeart/2018/2/layout/IconCircleList"/>
    <dgm:cxn modelId="{E08D1613-668D-4D97-B205-318009686B01}" type="presParOf" srcId="{293ABF04-BE03-4021-A58B-897C72C09C35}" destId="{EF57CCFE-BAD4-48FA-AE29-EBAED2055AAE}" srcOrd="1" destOrd="0" presId="urn:microsoft.com/office/officeart/2018/2/layout/IconCircleList"/>
    <dgm:cxn modelId="{1BF0358A-0293-45C1-AAAD-E8FFCBAB9B01}" type="presParOf" srcId="{293ABF04-BE03-4021-A58B-897C72C09C35}" destId="{9FD9E4FD-2907-4F4E-BCC1-11CBF80B85DA}" srcOrd="2" destOrd="0" presId="urn:microsoft.com/office/officeart/2018/2/layout/IconCircleList"/>
    <dgm:cxn modelId="{5B2BA78A-C9DD-437D-88BD-8D72ADFE56EA}" type="presParOf" srcId="{293ABF04-BE03-4021-A58B-897C72C09C35}" destId="{64D0862D-E1FC-447B-B0BE-C187F1ACBB14}" srcOrd="3" destOrd="0" presId="urn:microsoft.com/office/officeart/2018/2/layout/IconCircleList"/>
    <dgm:cxn modelId="{80E88D97-B7D0-4A14-967C-5ED2D89B9E15}" type="presParOf" srcId="{B155B2C4-C86C-4C5B-9E37-A66F4D21E246}" destId="{D0D1DB84-5BFC-4393-A032-8E1FED7A77FF}" srcOrd="3" destOrd="0" presId="urn:microsoft.com/office/officeart/2018/2/layout/IconCircleList"/>
    <dgm:cxn modelId="{69DB100C-4FC9-4F65-809D-BA8A729AC389}" type="presParOf" srcId="{B155B2C4-C86C-4C5B-9E37-A66F4D21E246}" destId="{962A1316-E2D0-448A-B5FB-FAFDAD0E5C0B}" srcOrd="4" destOrd="0" presId="urn:microsoft.com/office/officeart/2018/2/layout/IconCircleList"/>
    <dgm:cxn modelId="{2FDF205A-F223-4A3E-8986-85D958CA04F0}" type="presParOf" srcId="{962A1316-E2D0-448A-B5FB-FAFDAD0E5C0B}" destId="{A862050A-F265-4848-B549-1760B9BF669C}" srcOrd="0" destOrd="0" presId="urn:microsoft.com/office/officeart/2018/2/layout/IconCircleList"/>
    <dgm:cxn modelId="{ED45BBFD-C5C6-45E5-ABA0-2CEE76CF89D2}" type="presParOf" srcId="{962A1316-E2D0-448A-B5FB-FAFDAD0E5C0B}" destId="{A871EE0D-FBBE-40F8-A8C0-FE804576343C}" srcOrd="1" destOrd="0" presId="urn:microsoft.com/office/officeart/2018/2/layout/IconCircleList"/>
    <dgm:cxn modelId="{48329839-7B3E-4760-A1C8-634C7B394539}" type="presParOf" srcId="{962A1316-E2D0-448A-B5FB-FAFDAD0E5C0B}" destId="{0C55BC15-FDB3-4033-AA7E-BF1A1F99F722}" srcOrd="2" destOrd="0" presId="urn:microsoft.com/office/officeart/2018/2/layout/IconCircleList"/>
    <dgm:cxn modelId="{49FDD548-1471-46E9-82A6-5E57F6514A1E}" type="presParOf" srcId="{962A1316-E2D0-448A-B5FB-FAFDAD0E5C0B}" destId="{FF648347-FD23-4E04-91F8-485FF7D053A8}" srcOrd="3" destOrd="0" presId="urn:microsoft.com/office/officeart/2018/2/layout/IconCircleList"/>
    <dgm:cxn modelId="{A86ED098-EBE5-493E-9C2A-BD721EAE005D}" type="presParOf" srcId="{B155B2C4-C86C-4C5B-9E37-A66F4D21E246}" destId="{D4937C07-AF41-400B-A174-2D74DF2B0C00}" srcOrd="5" destOrd="0" presId="urn:microsoft.com/office/officeart/2018/2/layout/IconCircleList"/>
    <dgm:cxn modelId="{7EC8B5E2-AA4C-4981-95B8-0149F9297D7D}" type="presParOf" srcId="{B155B2C4-C86C-4C5B-9E37-A66F4D21E246}" destId="{BE8A4867-0278-42F7-94C5-34B247EE55C1}" srcOrd="6" destOrd="0" presId="urn:microsoft.com/office/officeart/2018/2/layout/IconCircleList"/>
    <dgm:cxn modelId="{21FF46E9-6D48-4DAE-9663-C73C09E9A053}" type="presParOf" srcId="{BE8A4867-0278-42F7-94C5-34B247EE55C1}" destId="{49A77D73-7A8B-4E6F-867A-7219FCD3F846}" srcOrd="0" destOrd="0" presId="urn:microsoft.com/office/officeart/2018/2/layout/IconCircleList"/>
    <dgm:cxn modelId="{44C0FA91-1B4C-42C3-8A39-CD004149DE01}" type="presParOf" srcId="{BE8A4867-0278-42F7-94C5-34B247EE55C1}" destId="{04F347F6-4288-4626-8CAC-069AFB38CD8B}" srcOrd="1" destOrd="0" presId="urn:microsoft.com/office/officeart/2018/2/layout/IconCircleList"/>
    <dgm:cxn modelId="{9EF8D1B9-8223-408C-B7F2-0D0900FC81DE}" type="presParOf" srcId="{BE8A4867-0278-42F7-94C5-34B247EE55C1}" destId="{DF28D3C5-30DE-49FE-9469-3F4579E8F625}" srcOrd="2" destOrd="0" presId="urn:microsoft.com/office/officeart/2018/2/layout/IconCircleList"/>
    <dgm:cxn modelId="{9DA094F9-19B2-476F-AADF-BA75508D0200}" type="presParOf" srcId="{BE8A4867-0278-42F7-94C5-34B247EE55C1}" destId="{896CFD46-C91B-4CE4-84F0-990D3B2C1B16}" srcOrd="3" destOrd="0" presId="urn:microsoft.com/office/officeart/2018/2/layout/IconCircleList"/>
    <dgm:cxn modelId="{58F082B4-14A8-4053-84D2-925CCA3FC018}" type="presParOf" srcId="{B155B2C4-C86C-4C5B-9E37-A66F4D21E246}" destId="{287A10B8-62CA-48BD-B045-D81388C0F76B}" srcOrd="7" destOrd="0" presId="urn:microsoft.com/office/officeart/2018/2/layout/IconCircleList"/>
    <dgm:cxn modelId="{37051023-20DA-4E55-8FE3-0C325252DA89}" type="presParOf" srcId="{B155B2C4-C86C-4C5B-9E37-A66F4D21E246}" destId="{899BFC57-B70D-4FBA-908F-A2AA591CA979}" srcOrd="8" destOrd="0" presId="urn:microsoft.com/office/officeart/2018/2/layout/IconCircleList"/>
    <dgm:cxn modelId="{109179E4-D70F-4B7A-9CE5-7F72B69A43C6}" type="presParOf" srcId="{899BFC57-B70D-4FBA-908F-A2AA591CA979}" destId="{4507199C-90E7-4567-A10D-74F0281DCD20}" srcOrd="0" destOrd="0" presId="urn:microsoft.com/office/officeart/2018/2/layout/IconCircleList"/>
    <dgm:cxn modelId="{6A89B9F4-9501-4ABB-8874-F4159DD40C73}" type="presParOf" srcId="{899BFC57-B70D-4FBA-908F-A2AA591CA979}" destId="{64F9814A-6142-4A44-BD82-2DABF0FCE74A}" srcOrd="1" destOrd="0" presId="urn:microsoft.com/office/officeart/2018/2/layout/IconCircleList"/>
    <dgm:cxn modelId="{5FDA9BC8-559D-4705-BFD0-9B640C8AFD00}" type="presParOf" srcId="{899BFC57-B70D-4FBA-908F-A2AA591CA979}" destId="{1BC74EC0-F269-47D1-A803-E3F3E2B93C21}" srcOrd="2" destOrd="0" presId="urn:microsoft.com/office/officeart/2018/2/layout/IconCircleList"/>
    <dgm:cxn modelId="{BBFB4746-8FD3-43CF-A535-9F5D0F842B38}" type="presParOf" srcId="{899BFC57-B70D-4FBA-908F-A2AA591CA979}" destId="{8B1CCFDF-B3A2-4D61-BD0D-345E958560A7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588E76-0252-44E8-8061-3C360C6E0268}">
      <dsp:nvSpPr>
        <dsp:cNvPr id="0" name=""/>
        <dsp:cNvSpPr/>
      </dsp:nvSpPr>
      <dsp:spPr>
        <a:xfrm>
          <a:off x="0" y="557"/>
          <a:ext cx="10348146" cy="1304699"/>
        </a:xfrm>
        <a:prstGeom prst="roundRect">
          <a:avLst>
            <a:gd name="adj" fmla="val 10000"/>
          </a:avLst>
        </a:prstGeom>
        <a:solidFill>
          <a:schemeClr val="accent1">
            <a:lumMod val="60000"/>
            <a:lumOff val="4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A22204F-4EBF-4981-9E05-D3978FEFF79E}">
      <dsp:nvSpPr>
        <dsp:cNvPr id="0" name=""/>
        <dsp:cNvSpPr/>
      </dsp:nvSpPr>
      <dsp:spPr>
        <a:xfrm>
          <a:off x="394671" y="294114"/>
          <a:ext cx="717584" cy="71758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08FE1C-B55B-4F98-BE59-0B9D9CD75B6A}">
      <dsp:nvSpPr>
        <dsp:cNvPr id="0" name=""/>
        <dsp:cNvSpPr/>
      </dsp:nvSpPr>
      <dsp:spPr>
        <a:xfrm>
          <a:off x="1506928" y="557"/>
          <a:ext cx="8841217" cy="13046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081" tIns="138081" rIns="138081" bIns="138081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1" kern="1200" dirty="0"/>
            <a:t>Устаревшие системы учета</a:t>
          </a:r>
        </a:p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 dirty="0"/>
            <a:t>Бумажные отчеты, </a:t>
          </a:r>
          <a:r>
            <a:rPr lang="en-US" sz="2000" kern="1200" dirty="0" err="1"/>
            <a:t>exel</a:t>
          </a:r>
          <a:r>
            <a:rPr lang="en-US" sz="2000" kern="1200" dirty="0"/>
            <a:t> </a:t>
          </a:r>
          <a:r>
            <a:rPr lang="ru-RU" sz="2000" kern="1200" dirty="0"/>
            <a:t>таблицы – неактуальные способы инвентаризации.</a:t>
          </a:r>
          <a:endParaRPr lang="en-US" sz="2000" kern="1200" dirty="0"/>
        </a:p>
      </dsp:txBody>
      <dsp:txXfrm>
        <a:off x="1506928" y="557"/>
        <a:ext cx="8841217" cy="1304699"/>
      </dsp:txXfrm>
    </dsp:sp>
    <dsp:sp modelId="{1AF29567-4237-4191-B832-9F0A97537645}">
      <dsp:nvSpPr>
        <dsp:cNvPr id="0" name=""/>
        <dsp:cNvSpPr/>
      </dsp:nvSpPr>
      <dsp:spPr>
        <a:xfrm>
          <a:off x="0" y="1585715"/>
          <a:ext cx="10348146" cy="1304699"/>
        </a:xfrm>
        <a:prstGeom prst="roundRect">
          <a:avLst>
            <a:gd name="adj" fmla="val 10000"/>
          </a:avLst>
        </a:prstGeom>
        <a:solidFill>
          <a:srgbClr val="7030A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76052E-BF61-47F2-9AED-3DF30C570044}">
      <dsp:nvSpPr>
        <dsp:cNvPr id="0" name=""/>
        <dsp:cNvSpPr/>
      </dsp:nvSpPr>
      <dsp:spPr>
        <a:xfrm>
          <a:off x="394671" y="1924989"/>
          <a:ext cx="717584" cy="71758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6B1D37-0F4F-4BD3-AFAE-3F78BE97732E}">
      <dsp:nvSpPr>
        <dsp:cNvPr id="0" name=""/>
        <dsp:cNvSpPr/>
      </dsp:nvSpPr>
      <dsp:spPr>
        <a:xfrm>
          <a:off x="1506928" y="1631432"/>
          <a:ext cx="8841217" cy="13046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081" tIns="138081" rIns="138081" bIns="138081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1" kern="1200" dirty="0"/>
            <a:t>Отсутствие специализированных решений</a:t>
          </a:r>
        </a:p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 dirty="0"/>
            <a:t>Нет инструментов, адаптированных под школьные нужды.</a:t>
          </a:r>
          <a:endParaRPr lang="en-US" sz="2000" kern="1200" dirty="0"/>
        </a:p>
      </dsp:txBody>
      <dsp:txXfrm>
        <a:off x="1506928" y="1631432"/>
        <a:ext cx="8841217" cy="1304699"/>
      </dsp:txXfrm>
    </dsp:sp>
    <dsp:sp modelId="{4269A569-0F58-4092-93F2-120368324D68}">
      <dsp:nvSpPr>
        <dsp:cNvPr id="0" name=""/>
        <dsp:cNvSpPr/>
      </dsp:nvSpPr>
      <dsp:spPr>
        <a:xfrm>
          <a:off x="0" y="3262306"/>
          <a:ext cx="10348146" cy="1304699"/>
        </a:xfrm>
        <a:prstGeom prst="roundRect">
          <a:avLst>
            <a:gd name="adj" fmla="val 10000"/>
          </a:avLst>
        </a:prstGeom>
        <a:solidFill>
          <a:schemeClr val="accent6">
            <a:lumMod val="5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B8E9BF-5597-4930-BD23-A37E4A67B281}">
      <dsp:nvSpPr>
        <dsp:cNvPr id="0" name=""/>
        <dsp:cNvSpPr/>
      </dsp:nvSpPr>
      <dsp:spPr>
        <a:xfrm>
          <a:off x="394671" y="3555864"/>
          <a:ext cx="717584" cy="71758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3864B4-42F1-4FF9-8632-29402EACCBD0}">
      <dsp:nvSpPr>
        <dsp:cNvPr id="0" name=""/>
        <dsp:cNvSpPr/>
      </dsp:nvSpPr>
      <dsp:spPr>
        <a:xfrm>
          <a:off x="1506928" y="3262306"/>
          <a:ext cx="8841217" cy="13046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081" tIns="138081" rIns="138081" bIns="138081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1" kern="1200" dirty="0"/>
            <a:t>Нужда интеграции в образовательный процесс</a:t>
          </a:r>
        </a:p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 dirty="0"/>
            <a:t>Вовлечение обучающихся – одно из ключевых направлений работы.</a:t>
          </a:r>
          <a:endParaRPr lang="en-US" sz="2000" kern="1200" dirty="0"/>
        </a:p>
      </dsp:txBody>
      <dsp:txXfrm>
        <a:off x="1506928" y="3262306"/>
        <a:ext cx="8841217" cy="130469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6550D3-DDC5-4378-8601-A959C585DEC4}">
      <dsp:nvSpPr>
        <dsp:cNvPr id="0" name=""/>
        <dsp:cNvSpPr/>
      </dsp:nvSpPr>
      <dsp:spPr>
        <a:xfrm>
          <a:off x="92704" y="491553"/>
          <a:ext cx="1261642" cy="127946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D0AEF1D-11A3-4053-8572-6495FA622332}">
      <dsp:nvSpPr>
        <dsp:cNvPr id="0" name=""/>
        <dsp:cNvSpPr/>
      </dsp:nvSpPr>
      <dsp:spPr>
        <a:xfrm>
          <a:off x="364641" y="674430"/>
          <a:ext cx="758405" cy="77146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4FCEF5-151F-44A7-94C9-58C1F896BA98}">
      <dsp:nvSpPr>
        <dsp:cNvPr id="0" name=""/>
        <dsp:cNvSpPr/>
      </dsp:nvSpPr>
      <dsp:spPr>
        <a:xfrm>
          <a:off x="1501433" y="796570"/>
          <a:ext cx="2131093" cy="5883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1" kern="1200" baseline="0" dirty="0">
              <a:solidFill>
                <a:schemeClr val="accent1">
                  <a:lumMod val="50000"/>
                </a:schemeClr>
              </a:solidFill>
            </a:rPr>
            <a:t>Оборудование</a:t>
          </a:r>
        </a:p>
      </dsp:txBody>
      <dsp:txXfrm>
        <a:off x="1501433" y="796570"/>
        <a:ext cx="2131093" cy="588366"/>
      </dsp:txXfrm>
    </dsp:sp>
    <dsp:sp modelId="{A6BD1478-8656-4540-9D39-72C4DBD6D591}">
      <dsp:nvSpPr>
        <dsp:cNvPr id="0" name=""/>
        <dsp:cNvSpPr/>
      </dsp:nvSpPr>
      <dsp:spPr>
        <a:xfrm>
          <a:off x="3876046" y="529554"/>
          <a:ext cx="1163133" cy="1200821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F57CCFE-BAD4-48FA-AE29-EBAED2055AAE}">
      <dsp:nvSpPr>
        <dsp:cNvPr id="0" name=""/>
        <dsp:cNvSpPr/>
      </dsp:nvSpPr>
      <dsp:spPr>
        <a:xfrm>
          <a:off x="4140199" y="773392"/>
          <a:ext cx="652887" cy="71314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D0862D-E1FC-447B-B0BE-C187F1ACBB14}">
      <dsp:nvSpPr>
        <dsp:cNvPr id="0" name=""/>
        <dsp:cNvSpPr/>
      </dsp:nvSpPr>
      <dsp:spPr>
        <a:xfrm>
          <a:off x="5257801" y="761981"/>
          <a:ext cx="1708519" cy="8413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1" kern="1200" baseline="0" dirty="0">
              <a:solidFill>
                <a:srgbClr val="4472C4">
                  <a:lumMod val="50000"/>
                </a:srgbClr>
              </a:solidFill>
              <a:latin typeface="Calibri" panose="020F0502020204030204"/>
              <a:ea typeface="+mn-ea"/>
              <a:cs typeface="+mn-cs"/>
            </a:rPr>
            <a:t>Ремонт</a:t>
          </a:r>
        </a:p>
      </dsp:txBody>
      <dsp:txXfrm>
        <a:off x="5257801" y="761981"/>
        <a:ext cx="1708519" cy="841391"/>
      </dsp:txXfrm>
    </dsp:sp>
    <dsp:sp modelId="{A862050A-F265-4848-B549-1760B9BF669C}">
      <dsp:nvSpPr>
        <dsp:cNvPr id="0" name=""/>
        <dsp:cNvSpPr/>
      </dsp:nvSpPr>
      <dsp:spPr>
        <a:xfrm>
          <a:off x="7174203" y="532191"/>
          <a:ext cx="1130044" cy="1198184"/>
        </a:xfrm>
        <a:prstGeom prst="ellipse">
          <a:avLst/>
        </a:prstGeom>
        <a:solidFill>
          <a:srgbClr val="7030A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871EE0D-FBBE-40F8-A8C0-FE804576343C}">
      <dsp:nvSpPr>
        <dsp:cNvPr id="0" name=""/>
        <dsp:cNvSpPr/>
      </dsp:nvSpPr>
      <dsp:spPr>
        <a:xfrm>
          <a:off x="7421880" y="847152"/>
          <a:ext cx="655005" cy="60890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648347-FD23-4E04-91F8-485FF7D053A8}">
      <dsp:nvSpPr>
        <dsp:cNvPr id="0" name=""/>
        <dsp:cNvSpPr/>
      </dsp:nvSpPr>
      <dsp:spPr>
        <a:xfrm>
          <a:off x="8531575" y="286204"/>
          <a:ext cx="1942602" cy="15965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baseline="0" dirty="0">
              <a:solidFill>
                <a:srgbClr val="4472C4">
                  <a:lumMod val="50000"/>
                </a:srgbClr>
              </a:solidFill>
              <a:latin typeface="Calibri" panose="020F0502020204030204"/>
              <a:ea typeface="+mn-ea"/>
              <a:cs typeface="+mn-cs"/>
            </a:rPr>
            <a:t>QR</a:t>
          </a:r>
          <a:r>
            <a:rPr lang="ru-RU" sz="2000" b="1" kern="1200" baseline="0" dirty="0">
              <a:solidFill>
                <a:srgbClr val="4472C4">
                  <a:lumMod val="50000"/>
                </a:srgbClr>
              </a:solidFill>
              <a:latin typeface="Calibri" panose="020F0502020204030204"/>
              <a:ea typeface="+mn-ea"/>
              <a:cs typeface="+mn-cs"/>
            </a:rPr>
            <a:t>-коды</a:t>
          </a:r>
        </a:p>
      </dsp:txBody>
      <dsp:txXfrm>
        <a:off x="8531575" y="286204"/>
        <a:ext cx="1942602" cy="1596571"/>
      </dsp:txXfrm>
    </dsp:sp>
    <dsp:sp modelId="{49A77D73-7A8B-4E6F-867A-7219FCD3F846}">
      <dsp:nvSpPr>
        <dsp:cNvPr id="0" name=""/>
        <dsp:cNvSpPr/>
      </dsp:nvSpPr>
      <dsp:spPr>
        <a:xfrm>
          <a:off x="1738624" y="2630624"/>
          <a:ext cx="1195201" cy="1141912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4F347F6-4288-4626-8CAC-069AFB38CD8B}">
      <dsp:nvSpPr>
        <dsp:cNvPr id="0" name=""/>
        <dsp:cNvSpPr/>
      </dsp:nvSpPr>
      <dsp:spPr>
        <a:xfrm>
          <a:off x="2033394" y="2803338"/>
          <a:ext cx="646296" cy="69488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6CFD46-C91B-4CE4-84F0-990D3B2C1B16}">
      <dsp:nvSpPr>
        <dsp:cNvPr id="0" name=""/>
        <dsp:cNvSpPr/>
      </dsp:nvSpPr>
      <dsp:spPr>
        <a:xfrm>
          <a:off x="3068130" y="2677233"/>
          <a:ext cx="2062539" cy="11096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1" kern="1200" baseline="0" dirty="0">
              <a:solidFill>
                <a:srgbClr val="4472C4">
                  <a:lumMod val="50000"/>
                </a:srgbClr>
              </a:solidFill>
              <a:latin typeface="Calibri" panose="020F0502020204030204"/>
              <a:ea typeface="+mn-ea"/>
              <a:cs typeface="+mn-cs"/>
            </a:rPr>
            <a:t>Материалы</a:t>
          </a:r>
        </a:p>
      </dsp:txBody>
      <dsp:txXfrm>
        <a:off x="3068130" y="2677233"/>
        <a:ext cx="2062539" cy="1109647"/>
      </dsp:txXfrm>
    </dsp:sp>
    <dsp:sp modelId="{4507199C-90E7-4567-A10D-74F0281DCD20}">
      <dsp:nvSpPr>
        <dsp:cNvPr id="0" name=""/>
        <dsp:cNvSpPr/>
      </dsp:nvSpPr>
      <dsp:spPr>
        <a:xfrm>
          <a:off x="6210826" y="2624455"/>
          <a:ext cx="1139530" cy="1072973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4F9814A-6142-4A44-BD82-2DABF0FCE74A}">
      <dsp:nvSpPr>
        <dsp:cNvPr id="0" name=""/>
        <dsp:cNvSpPr/>
      </dsp:nvSpPr>
      <dsp:spPr>
        <a:xfrm>
          <a:off x="6491619" y="2783019"/>
          <a:ext cx="638901" cy="735519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1CCFDF-B3A2-4D61-BD0D-345E958560A7}">
      <dsp:nvSpPr>
        <dsp:cNvPr id="0" name=""/>
        <dsp:cNvSpPr/>
      </dsp:nvSpPr>
      <dsp:spPr>
        <a:xfrm>
          <a:off x="7496017" y="2471405"/>
          <a:ext cx="2184204" cy="13490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1" kern="1200" dirty="0">
              <a:solidFill>
                <a:schemeClr val="accent1">
                  <a:lumMod val="50000"/>
                </a:schemeClr>
              </a:solidFill>
            </a:rPr>
            <a:t>«</a:t>
          </a:r>
          <a:r>
            <a:rPr lang="ru-RU" sz="2000" b="1" kern="1200" baseline="0" dirty="0">
              <a:solidFill>
                <a:schemeClr val="accent1">
                  <a:lumMod val="50000"/>
                </a:schemeClr>
              </a:solidFill>
              <a:latin typeface="Calibri" panose="020F0502020204030204"/>
              <a:ea typeface="+mn-ea"/>
              <a:cs typeface="+mn-cs"/>
            </a:rPr>
            <a:t>ЛИС</a:t>
          </a:r>
          <a:r>
            <a:rPr lang="ru-RU" sz="2000" b="1" kern="1200" dirty="0">
              <a:solidFill>
                <a:schemeClr val="accent1">
                  <a:lumMod val="50000"/>
                </a:schemeClr>
              </a:solidFill>
            </a:rPr>
            <a:t>»</a:t>
          </a:r>
        </a:p>
      </dsp:txBody>
      <dsp:txXfrm>
        <a:off x="7496017" y="2471405"/>
        <a:ext cx="2184204" cy="134904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D23668-015E-D32F-6CB5-EC0F3DDB4A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D4849DC-1475-CA08-FF50-5848CE1569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C19CF29-DDD9-2CF6-1F42-2F6848024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3D131-86B5-4922-9186-38C94C77FC51}" type="datetimeFigureOut">
              <a:rPr lang="ru-RU" smtClean="0"/>
              <a:t>12.01.2026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46CE2BA-CB9F-B646-7417-8475069CA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BEA07D3-B102-166E-BEB3-18F186ED9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BA682-98D7-4575-BC15-13C13D9623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7903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4D7C9E-8A2F-53A3-56B7-C1835FE92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329C0D8-588C-712D-56CF-55C2177C88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08283E6-D096-DACE-6B2D-E9B95DEFE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3D131-86B5-4922-9186-38C94C77FC51}" type="datetimeFigureOut">
              <a:rPr lang="ru-RU" smtClean="0"/>
              <a:t>12.01.2026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300533D-AB93-A198-9355-8262FA37B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D52DAE8-DDB0-1C02-B808-D997B15CA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BA682-98D7-4575-BC15-13C13D9623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15153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F4E160-976F-BA6B-1C94-F9DC94AB8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AA1DB3B-69A1-E0CC-8333-40C0E35B66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618BEC6-2FB6-BC21-AF88-AE2FFEABE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3D131-86B5-4922-9186-38C94C77FC51}" type="datetimeFigureOut">
              <a:rPr lang="ru-RU" smtClean="0"/>
              <a:t>12.01.2026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4BFBFAC-AF8C-A9B7-721F-026F41DBD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B75625E-D03E-5253-F570-14D0B5313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BA682-98D7-4575-BC15-13C13D9623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65783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D6E281-BF24-CE0D-EA7C-8F2856AE6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007B782-C7E3-62A1-6498-E9A641E438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BF4D5C0-7517-9E4D-CE17-863DDCB7C0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731A449-BCCC-D220-E66B-1017675DE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3D131-86B5-4922-9186-38C94C77FC51}" type="datetimeFigureOut">
              <a:rPr lang="ru-RU" smtClean="0"/>
              <a:t>12.01.2026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A944510-B24C-D6AA-5BDB-675A8C32B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0E33006-ED73-10D9-A324-10F5F473D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BA682-98D7-4575-BC15-13C13D9623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4819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0DFE92-05E6-3D89-1FE9-2ADD59E670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F9D112E-EC74-9F35-F41C-96C1DC41C2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98B2CDF-B21E-8B95-30F5-985F3C31A4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FB110AE-8F7F-DD0F-338E-D8CA2F2DB5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45B0C02-C5B9-E942-1130-C044907DD5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DF4DAD2-A303-E9A5-E439-9B7390D09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3D131-86B5-4922-9186-38C94C77FC51}" type="datetimeFigureOut">
              <a:rPr lang="ru-RU" smtClean="0"/>
              <a:t>12.01.2026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B008468A-9FAC-D4EF-6C8B-A604EB4BD6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C05F568-0B19-29F4-6A67-CA8ABB8F5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BA682-98D7-4575-BC15-13C13D9623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42539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EAC38C-92E4-4F2C-CB09-EFBA2B40FA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F1033DB-B1D2-528E-9298-ECB3BCBFC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3D131-86B5-4922-9186-38C94C77FC51}" type="datetimeFigureOut">
              <a:rPr lang="ru-RU" smtClean="0"/>
              <a:t>12.01.2026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3DDA17B-C62C-FDD2-65E7-6439466A9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1B879DB-CFD1-60A1-6F6C-88888A1DA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BA682-98D7-4575-BC15-13C13D9623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1225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E0745BA-B8F7-29E3-65D2-DA3B8451C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3D131-86B5-4922-9186-38C94C77FC51}" type="datetimeFigureOut">
              <a:rPr lang="ru-RU" smtClean="0"/>
              <a:t>12.01.2026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47D38C9-AA88-EEB8-AB76-E247F4B46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056CD00-733A-E1F7-FFB8-7F30A795C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BA682-98D7-4575-BC15-13C13D9623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72615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ACCCA4-59D3-B9C4-F7E3-D3B86A0A6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0D669DA-860F-AB12-7B82-39A1FD321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A3C5426-6B7E-C8F6-E82B-4D6103594A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25D5D71-BD10-0E12-C856-AEA5BB493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3D131-86B5-4922-9186-38C94C77FC51}" type="datetimeFigureOut">
              <a:rPr lang="ru-RU" smtClean="0"/>
              <a:t>12.01.2026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7054D13-6D53-679A-8A1A-DF9CAC6DDD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F585F2D-AD39-4E03-B89C-C302F8FB7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BA682-98D7-4575-BC15-13C13D9623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35287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EE2A9B-AC07-646F-A66F-44D4E5517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FB38EAC4-AAC7-9B1C-0568-A908FB9FA2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09D7E0D-94A6-20BF-9119-A419671E11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85B9544-7B5D-947C-D11C-12C8AFCD4F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3D131-86B5-4922-9186-38C94C77FC51}" type="datetimeFigureOut">
              <a:rPr lang="ru-RU" smtClean="0"/>
              <a:t>12.01.2026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A4F8981-1646-1483-3981-1C4A8A520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569A52F-9D82-4F62-F27F-D4FB4086F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BA682-98D7-4575-BC15-13C13D9623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8031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E902DD-3482-7997-9A7C-8372EACB0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6D80D4C-905E-EB26-F504-8D34738B4B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8D29C7B-541F-040E-4934-0685FE00FB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3D131-86B5-4922-9186-38C94C77FC51}" type="datetimeFigureOut">
              <a:rPr lang="ru-RU" smtClean="0"/>
              <a:t>12.01.2026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C837AE5-5A52-7AB1-B70C-62C047823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354C6B8-5191-0FFD-5AF4-F112D6E34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BA682-98D7-4575-BC15-13C13D9623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4268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72ACE85-432C-430E-43A4-DE04EE2405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9E959E9-9906-07EE-4228-4EEA9242B7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8C02ED4-3088-C009-8152-E54C33991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3D131-86B5-4922-9186-38C94C77FC51}" type="datetimeFigureOut">
              <a:rPr lang="ru-RU" smtClean="0"/>
              <a:t>12.01.2026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F9C6411-D34C-CECA-CBB5-8B57D9015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AEE5D6A-1056-243D-0055-B925E8489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BA682-98D7-4575-BC15-13C13D9623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548990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D270ED-4096-3A57-9DC2-6443276AA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E37E248-0586-BF63-2267-FA356FF294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A718784-8D09-2767-A511-90187C8E5D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53D131-86B5-4922-9186-38C94C77FC51}" type="datetimeFigureOut">
              <a:rPr lang="ru-RU" smtClean="0"/>
              <a:t>12.01.2026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B5A1B80-73C6-0053-EA39-31AC90FB44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2550C59-4D1F-93D0-AA69-D4EBDB5130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EBA682-98D7-4575-BC15-13C13D9623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1397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jpe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6DBB86-BFFD-E585-60EC-C685251690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513189"/>
            <a:ext cx="5797883" cy="2504331"/>
          </a:xfrm>
        </p:spPr>
        <p:txBody>
          <a:bodyPr anchor="b">
            <a:noAutofit/>
          </a:bodyPr>
          <a:lstStyle/>
          <a:p>
            <a:pPr algn="l"/>
            <a:r>
              <a:rPr lang="ru-RU" sz="4400" dirty="0">
                <a:solidFill>
                  <a:schemeClr val="accent1">
                    <a:lumMod val="75000"/>
                  </a:schemeClr>
                </a:solidFill>
              </a:rPr>
              <a:t>Веб-платформа для инвентаризации и ремонта школьного инвентаря.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9C72520-D54E-7A68-B817-58047C48DC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3840481"/>
            <a:ext cx="5797882" cy="1785690"/>
          </a:xfrm>
        </p:spPr>
        <p:txBody>
          <a:bodyPr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ru-RU" sz="2200" dirty="0">
                <a:solidFill>
                  <a:schemeClr val="accent1">
                    <a:lumMod val="75000"/>
                  </a:schemeClr>
                </a:solidFill>
              </a:rPr>
              <a:t>Автор: Редько Тимур, класс 10 «З»</a:t>
            </a:r>
          </a:p>
          <a:p>
            <a:pPr algn="l">
              <a:lnSpc>
                <a:spcPct val="100000"/>
              </a:lnSpc>
            </a:pPr>
            <a:r>
              <a:rPr lang="ru-RU" sz="2200" dirty="0">
                <a:solidFill>
                  <a:schemeClr val="accent1">
                    <a:lumMod val="75000"/>
                  </a:schemeClr>
                </a:solidFill>
              </a:rPr>
              <a:t>Руководитель: </a:t>
            </a:r>
            <a:r>
              <a:rPr lang="ru-RU" sz="2200" dirty="0" err="1">
                <a:solidFill>
                  <a:schemeClr val="accent1">
                    <a:lumMod val="75000"/>
                  </a:schemeClr>
                </a:solidFill>
              </a:rPr>
              <a:t>Тикунов</a:t>
            </a:r>
            <a:r>
              <a:rPr lang="ru-RU" sz="2200" dirty="0">
                <a:solidFill>
                  <a:schemeClr val="accent1">
                    <a:lumMod val="75000"/>
                  </a:schemeClr>
                </a:solidFill>
              </a:rPr>
              <a:t> Алексей Анатольевич</a:t>
            </a:r>
          </a:p>
          <a:p>
            <a:pPr algn="l">
              <a:lnSpc>
                <a:spcPct val="100000"/>
              </a:lnSpc>
            </a:pPr>
            <a:r>
              <a:rPr lang="ru-RU" sz="2200" dirty="0">
                <a:solidFill>
                  <a:schemeClr val="accent1">
                    <a:lumMod val="75000"/>
                  </a:schemeClr>
                </a:solidFill>
              </a:rPr>
              <a:t>Школа 1502, конференция «Потенциал»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AE89BA-4CA2-0F82-99AE-FFC5596B78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36" r="5836"/>
          <a:stretch/>
        </p:blipFill>
        <p:spPr>
          <a:xfrm>
            <a:off x="7599680" y="0"/>
            <a:ext cx="459232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14416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BD2EF2-4CE2-EF0B-ED8F-7906F9356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7268" y="559813"/>
            <a:ext cx="10348146" cy="1283471"/>
          </a:xfrm>
        </p:spPr>
        <p:txBody>
          <a:bodyPr anchor="t">
            <a:normAutofit/>
          </a:bodyPr>
          <a:lstStyle/>
          <a:p>
            <a:r>
              <a:rPr lang="ru-RU" dirty="0">
                <a:solidFill>
                  <a:schemeClr val="accent1">
                    <a:lumMod val="75000"/>
                  </a:schemeClr>
                </a:solidFill>
              </a:rPr>
              <a:t>Актуальность проекта</a:t>
            </a:r>
          </a:p>
        </p:txBody>
      </p:sp>
      <p:graphicFrame>
        <p:nvGraphicFramePr>
          <p:cNvPr id="5" name="Объект 2">
            <a:extLst>
              <a:ext uri="{FF2B5EF4-FFF2-40B4-BE49-F238E27FC236}">
                <a16:creationId xmlns:a16="http://schemas.microsoft.com/office/drawing/2014/main" id="{603A0C98-66CE-2E99-729A-8B10FE3CA7E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33849177"/>
              </p:ext>
            </p:extLst>
          </p:nvPr>
        </p:nvGraphicFramePr>
        <p:xfrm>
          <a:off x="1197268" y="1843284"/>
          <a:ext cx="10348146" cy="45675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3507570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598A18-1366-9272-0D26-C1EB53A2D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36955"/>
          </a:xfrm>
        </p:spPr>
        <p:txBody>
          <a:bodyPr/>
          <a:lstStyle/>
          <a:p>
            <a:r>
              <a:rPr lang="ru-RU" dirty="0">
                <a:solidFill>
                  <a:schemeClr val="accent1">
                    <a:lumMod val="75000"/>
                  </a:schemeClr>
                </a:solidFill>
              </a:rPr>
              <a:t>Цели и задачи проекта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2A2F7BE-2542-B937-162A-8A1B20CA49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5760"/>
            <a:ext cx="10515600" cy="454120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i="1" dirty="0">
                <a:solidFill>
                  <a:schemeClr val="accent1">
                    <a:lumMod val="50000"/>
                  </a:schemeClr>
                </a:solidFill>
              </a:rPr>
              <a:t>Цель:</a:t>
            </a:r>
          </a:p>
          <a:p>
            <a:pPr marL="0" indent="0">
              <a:buNone/>
            </a:pPr>
            <a:r>
              <a:rPr lang="ru-RU" dirty="0">
                <a:solidFill>
                  <a:schemeClr val="accent1">
                    <a:lumMod val="75000"/>
                  </a:schemeClr>
                </a:solidFill>
              </a:rPr>
              <a:t>Создать веб-приложение, которое даст возможность эффективно вести учет инвентаря, а также извлекать пользу из него учащимся. </a:t>
            </a:r>
          </a:p>
          <a:p>
            <a:pPr marL="0" indent="0">
              <a:buNone/>
            </a:pPr>
            <a:r>
              <a:rPr lang="ru-RU" dirty="0">
                <a:solidFill>
                  <a:schemeClr val="accent1">
                    <a:lumMod val="50000"/>
                  </a:schemeClr>
                </a:solidFill>
              </a:rPr>
              <a:t>Задачи:</a:t>
            </a:r>
          </a:p>
          <a:p>
            <a:pPr fontAlgn="base"/>
            <a:r>
              <a:rPr lang="ru-RU" dirty="0">
                <a:solidFill>
                  <a:schemeClr val="accent1">
                    <a:lumMod val="75000"/>
                  </a:schemeClr>
                </a:solidFill>
              </a:rPr>
              <a:t>Изучить предметную область, необходимые параметры инвентаризации</a:t>
            </a:r>
          </a:p>
          <a:p>
            <a:pPr fontAlgn="base"/>
            <a:r>
              <a:rPr lang="ru-RU" dirty="0">
                <a:solidFill>
                  <a:schemeClr val="accent1">
                    <a:lumMod val="75000"/>
                  </a:schemeClr>
                </a:solidFill>
              </a:rPr>
              <a:t>Выбрать подходящие технологии</a:t>
            </a:r>
          </a:p>
          <a:p>
            <a:pPr fontAlgn="base"/>
            <a:r>
              <a:rPr lang="ru-RU" dirty="0">
                <a:solidFill>
                  <a:schemeClr val="accent1">
                    <a:lumMod val="75000"/>
                  </a:schemeClr>
                </a:solidFill>
              </a:rPr>
              <a:t>Спроектировать и создать платформу, интегрировать внутришкольную систему «ЛИС»</a:t>
            </a:r>
          </a:p>
          <a:p>
            <a:pPr fontAlgn="base"/>
            <a:r>
              <a:rPr lang="ru-RU" dirty="0">
                <a:solidFill>
                  <a:schemeClr val="accent1">
                    <a:lumMod val="75000"/>
                  </a:schemeClr>
                </a:solidFill>
              </a:rPr>
              <a:t>Внедрить платформу в работу школы</a:t>
            </a:r>
          </a:p>
          <a:p>
            <a:pPr marL="0" indent="0">
              <a:buNone/>
            </a:pPr>
            <a:endParaRPr lang="ru-RU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5" name="Рисунок 4" descr="Книги на полке со сплошной заливкой">
            <a:extLst>
              <a:ext uri="{FF2B5EF4-FFF2-40B4-BE49-F238E27FC236}">
                <a16:creationId xmlns:a16="http://schemas.microsoft.com/office/drawing/2014/main" id="{74D3A11C-55C6-578A-7D42-163D9075C7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48482" y="25082"/>
            <a:ext cx="1905318" cy="1905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44842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C1D988-7926-527D-F086-BA575B401A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86785"/>
          </a:xfrm>
        </p:spPr>
        <p:txBody>
          <a:bodyPr/>
          <a:lstStyle/>
          <a:p>
            <a:r>
              <a:rPr lang="ru-RU" dirty="0">
                <a:solidFill>
                  <a:schemeClr val="accent1">
                    <a:lumMod val="75000"/>
                  </a:schemeClr>
                </a:solidFill>
              </a:rPr>
              <a:t>Технологический стек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6EFE1CB-00AD-19F1-A5CC-768270116A0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717" y="1558192"/>
            <a:ext cx="3741616" cy="1870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44812D8-DEE9-FB62-60F6-A01CEBAAB533}"/>
              </a:ext>
            </a:extLst>
          </p:cNvPr>
          <p:cNvSpPr txBox="1"/>
          <p:nvPr/>
        </p:nvSpPr>
        <p:spPr>
          <a:xfrm>
            <a:off x="1439206" y="3545999"/>
            <a:ext cx="23266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1">
                    <a:lumMod val="75000"/>
                  </a:schemeClr>
                </a:solidFill>
              </a:rPr>
              <a:t>Python</a:t>
            </a:r>
            <a:endParaRPr lang="ru-RU" sz="28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7" name="Image 1" descr="preencoded.png">
            <a:extLst>
              <a:ext uri="{FF2B5EF4-FFF2-40B4-BE49-F238E27FC236}">
                <a16:creationId xmlns:a16="http://schemas.microsoft.com/office/drawing/2014/main" id="{8A8EF910-D72D-1C7C-0991-89FFFA2747C2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4450080" y="1558192"/>
            <a:ext cx="1987846" cy="1870808"/>
          </a:xfrm>
          <a:prstGeom prst="rect">
            <a:avLst/>
          </a:prstGeom>
          <a:ln w="0"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4B33063-DD8F-1DED-0D3A-7186C76AF4F4}"/>
              </a:ext>
            </a:extLst>
          </p:cNvPr>
          <p:cNvSpPr txBox="1"/>
          <p:nvPr/>
        </p:nvSpPr>
        <p:spPr>
          <a:xfrm>
            <a:off x="5020056" y="3545999"/>
            <a:ext cx="19878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1">
                    <a:lumMod val="75000"/>
                  </a:schemeClr>
                </a:solidFill>
              </a:rPr>
              <a:t>Flask</a:t>
            </a:r>
            <a:endParaRPr lang="ru-RU" sz="28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9" name="Image 2" descr="preencoded.png">
            <a:extLst>
              <a:ext uri="{FF2B5EF4-FFF2-40B4-BE49-F238E27FC236}">
                <a16:creationId xmlns:a16="http://schemas.microsoft.com/office/drawing/2014/main" id="{AF936DC0-31B9-7A30-D0C1-1C67ABA2BB15}"/>
              </a:ext>
            </a:extLst>
          </p:cNvPr>
          <p:cNvPicPr/>
          <p:nvPr/>
        </p:nvPicPr>
        <p:blipFill>
          <a:blip r:embed="rId5"/>
          <a:stretch/>
        </p:blipFill>
        <p:spPr>
          <a:xfrm>
            <a:off x="7927848" y="1558192"/>
            <a:ext cx="1987847" cy="1870808"/>
          </a:xfrm>
          <a:prstGeom prst="rect">
            <a:avLst/>
          </a:prstGeom>
          <a:ln w="0">
            <a:noFill/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F36633D-257E-015E-97C7-54B87CA850DB}"/>
              </a:ext>
            </a:extLst>
          </p:cNvPr>
          <p:cNvSpPr txBox="1"/>
          <p:nvPr/>
        </p:nvSpPr>
        <p:spPr>
          <a:xfrm>
            <a:off x="8070088" y="3545999"/>
            <a:ext cx="23266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>
                <a:solidFill>
                  <a:schemeClr val="accent1">
                    <a:lumMod val="75000"/>
                  </a:schemeClr>
                </a:solidFill>
              </a:rPr>
              <a:t>Sqlalchemy</a:t>
            </a:r>
            <a:endParaRPr lang="ru-RU" sz="28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11" name="Image 2">
            <a:extLst>
              <a:ext uri="{FF2B5EF4-FFF2-40B4-BE49-F238E27FC236}">
                <a16:creationId xmlns:a16="http://schemas.microsoft.com/office/drawing/2014/main" id="{FBE4FAB7-0440-7A75-F072-4666289D6BFB}"/>
              </a:ext>
            </a:extLst>
          </p:cNvPr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63" t="-1540" r="-1" b="-1"/>
          <a:stretch>
            <a:fillRect/>
          </a:stretch>
        </p:blipFill>
        <p:spPr>
          <a:xfrm>
            <a:off x="2788920" y="4261103"/>
            <a:ext cx="1661160" cy="1510537"/>
          </a:xfrm>
          <a:prstGeom prst="ellipse">
            <a:avLst/>
          </a:prstGeom>
          <a:noFill/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0AA162D-78BD-91D9-C513-176A3E444DC2}"/>
              </a:ext>
            </a:extLst>
          </p:cNvPr>
          <p:cNvSpPr txBox="1"/>
          <p:nvPr/>
        </p:nvSpPr>
        <p:spPr>
          <a:xfrm>
            <a:off x="3117181" y="5814973"/>
            <a:ext cx="22353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1">
                    <a:lumMod val="75000"/>
                  </a:schemeClr>
                </a:solidFill>
              </a:rPr>
              <a:t>Jinja2</a:t>
            </a:r>
            <a:endParaRPr lang="ru-RU" sz="28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13" name="Image 2">
            <a:extLst>
              <a:ext uri="{FF2B5EF4-FFF2-40B4-BE49-F238E27FC236}">
                <a16:creationId xmlns:a16="http://schemas.microsoft.com/office/drawing/2014/main" id="{6FD1A199-91C6-EF2A-E75A-87FA28D3504C}"/>
              </a:ext>
            </a:extLst>
          </p:cNvPr>
          <p:cNvPicPr/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26" t="5447" r="22211" b="9803"/>
          <a:stretch>
            <a:fillRect/>
          </a:stretch>
        </p:blipFill>
        <p:spPr>
          <a:xfrm>
            <a:off x="6096000" y="4261103"/>
            <a:ext cx="1667256" cy="1510537"/>
          </a:xfrm>
          <a:prstGeom prst="ellipse">
            <a:avLst/>
          </a:prstGeom>
          <a:noFill/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150D98C-B193-4185-B8F0-234053F7B941}"/>
              </a:ext>
            </a:extLst>
          </p:cNvPr>
          <p:cNvSpPr txBox="1"/>
          <p:nvPr/>
        </p:nvSpPr>
        <p:spPr>
          <a:xfrm>
            <a:off x="6195568" y="5801123"/>
            <a:ext cx="18105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1">
                    <a:lumMod val="75000"/>
                  </a:schemeClr>
                </a:solidFill>
              </a:rPr>
              <a:t>Bootstrap</a:t>
            </a:r>
            <a:endParaRPr lang="ru-RU" sz="28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92246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B82DBA-9674-F5C9-AEFE-180134D27D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4161"/>
            <a:ext cx="10515600" cy="1259840"/>
          </a:xfrm>
        </p:spPr>
        <p:txBody>
          <a:bodyPr>
            <a:normAutofit/>
          </a:bodyPr>
          <a:lstStyle/>
          <a:p>
            <a:r>
              <a:rPr lang="ru-RU" dirty="0">
                <a:solidFill>
                  <a:schemeClr val="accent1">
                    <a:lumMod val="75000"/>
                  </a:schemeClr>
                </a:solidFill>
              </a:rPr>
              <a:t>Требования к платформе</a:t>
            </a:r>
          </a:p>
        </p:txBody>
      </p:sp>
      <p:graphicFrame>
        <p:nvGraphicFramePr>
          <p:cNvPr id="4" name="Объект 2">
            <a:extLst>
              <a:ext uri="{FF2B5EF4-FFF2-40B4-BE49-F238E27FC236}">
                <a16:creationId xmlns:a16="http://schemas.microsoft.com/office/drawing/2014/main" id="{9D8A072F-1397-0CDD-AE86-8DA7EB767E1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97917827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627786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9BACD5E-DB44-4D2C-B78A-B68FB3DD4F96}">
  <we:reference id="wa200006067" version="1.0.0.9" store="ru-RU" storeType="OMEX"/>
  <we:alternateReferences>
    <we:reference id="wa200006067" version="1.0.0.9" store="wa200006067" storeType="OMEX"/>
  </we:alternateReferences>
  <we:properties/>
  <we:bindings/>
  <we:snapshot xmlns:r="http://schemas.openxmlformats.org/officeDocument/2006/relationships"/>
  <we:extLst>
    <a:ext xmlns:a="http://schemas.openxmlformats.org/drawingml/2006/main" uri="{0858819E-0033-43BF-8937-05EC82904868}">
      <we:backgroundApp state="1" runtimeId=""/>
    </a:ext>
  </we:extLst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260</TotalTime>
  <Words>141</Words>
  <Application>Microsoft Office PowerPoint</Application>
  <PresentationFormat>Широкоэкранный</PresentationFormat>
  <Paragraphs>31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Тема Office</vt:lpstr>
      <vt:lpstr>Веб-платформа для инвентаризации и ремонта школьного инвентаря.</vt:lpstr>
      <vt:lpstr>Актуальность проекта</vt:lpstr>
      <vt:lpstr>Цели и задачи проекта</vt:lpstr>
      <vt:lpstr>Технологический стек</vt:lpstr>
      <vt:lpstr>Требования к платформе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Тимур Редько</dc:creator>
  <cp:lastModifiedBy>Тимур Редько</cp:lastModifiedBy>
  <cp:revision>1</cp:revision>
  <dcterms:created xsi:type="dcterms:W3CDTF">2026-01-12T18:04:36Z</dcterms:created>
  <dcterms:modified xsi:type="dcterms:W3CDTF">2026-01-12T22:24:57Z</dcterms:modified>
</cp:coreProperties>
</file>